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19" r:id="rId4"/>
  </p:sldMasterIdLst>
  <p:notesMasterIdLst>
    <p:notesMasterId r:id="rId28"/>
  </p:notesMasterIdLst>
  <p:handoutMasterIdLst>
    <p:handoutMasterId r:id="rId29"/>
  </p:handoutMasterIdLst>
  <p:sldIdLst>
    <p:sldId id="659" r:id="rId5"/>
    <p:sldId id="660" r:id="rId6"/>
    <p:sldId id="661" r:id="rId7"/>
    <p:sldId id="662" r:id="rId8"/>
    <p:sldId id="663" r:id="rId9"/>
    <p:sldId id="664" r:id="rId10"/>
    <p:sldId id="665" r:id="rId11"/>
    <p:sldId id="667" r:id="rId12"/>
    <p:sldId id="677" r:id="rId13"/>
    <p:sldId id="676" r:id="rId14"/>
    <p:sldId id="678" r:id="rId15"/>
    <p:sldId id="679" r:id="rId16"/>
    <p:sldId id="673" r:id="rId17"/>
    <p:sldId id="670" r:id="rId18"/>
    <p:sldId id="666" r:id="rId19"/>
    <p:sldId id="675" r:id="rId20"/>
    <p:sldId id="671" r:id="rId21"/>
    <p:sldId id="672" r:id="rId22"/>
    <p:sldId id="674" r:id="rId23"/>
    <p:sldId id="680" r:id="rId24"/>
    <p:sldId id="668" r:id="rId25"/>
    <p:sldId id="669" r:id="rId26"/>
    <p:sldId id="656"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bout the Template" id="{69045656-7065-4BB1-A1A9-DB79A6F0EFA5}">
          <p14:sldIdLst/>
        </p14:section>
        <p14:section name="Light Theme" id="{97E5D356-5E1C-4C00-B956-86ABE712CB54}">
          <p14:sldIdLst>
            <p14:sldId id="659"/>
            <p14:sldId id="660"/>
            <p14:sldId id="661"/>
            <p14:sldId id="662"/>
            <p14:sldId id="663"/>
            <p14:sldId id="664"/>
            <p14:sldId id="665"/>
            <p14:sldId id="667"/>
            <p14:sldId id="677"/>
            <p14:sldId id="676"/>
            <p14:sldId id="678"/>
            <p14:sldId id="679"/>
            <p14:sldId id="673"/>
            <p14:sldId id="670"/>
            <p14:sldId id="666"/>
            <p14:sldId id="675"/>
            <p14:sldId id="671"/>
            <p14:sldId id="672"/>
            <p14:sldId id="674"/>
            <p14:sldId id="680"/>
            <p14:sldId id="668"/>
            <p14:sldId id="669"/>
            <p14:sldId id="656"/>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omasekhar Bangalore" initials="SB" lastIdx="27" clrIdx="0">
    <p:extLst>
      <p:ext uri="{19B8F6BF-5375-455C-9EA6-DF929625EA0E}">
        <p15:presenceInfo xmlns:p15="http://schemas.microsoft.com/office/powerpoint/2012/main" userId="Somasekhar Bangalore" providerId="None"/>
      </p:ext>
    </p:extLst>
  </p:cmAuthor>
  <p:cmAuthor id="2" name="Karthik Ganapathy" initials="KG" lastIdx="6" clrIdx="1">
    <p:extLst>
      <p:ext uri="{19B8F6BF-5375-455C-9EA6-DF929625EA0E}">
        <p15:presenceInfo xmlns:p15="http://schemas.microsoft.com/office/powerpoint/2012/main" userId="Karthik Ganapathy" providerId="None"/>
      </p:ext>
    </p:extLst>
  </p:cmAuthor>
  <p:cmAuthor id="3" name="ANTYAGI" initials="A" lastIdx="10" clrIdx="2">
    <p:extLst>
      <p:ext uri="{19B8F6BF-5375-455C-9EA6-DF929625EA0E}">
        <p15:presenceInfo xmlns:p15="http://schemas.microsoft.com/office/powerpoint/2012/main" userId="ANTYAGI" providerId="None"/>
      </p:ext>
    </p:extLst>
  </p:cmAuthor>
  <p:cmAuthor id="4" name="Ramakrishna Penumarthy" initials="RP" lastIdx="5" clrIdx="3">
    <p:extLst>
      <p:ext uri="{19B8F6BF-5375-455C-9EA6-DF929625EA0E}">
        <p15:presenceInfo xmlns:p15="http://schemas.microsoft.com/office/powerpoint/2012/main" userId="Ramakrishna Penumarthy" providerId="None"/>
      </p:ext>
    </p:extLst>
  </p:cmAuthor>
  <p:cmAuthor id="5" name="Subhas Budala" initials="SB" lastIdx="4" clrIdx="4">
    <p:extLst>
      <p:ext uri="{19B8F6BF-5375-455C-9EA6-DF929625EA0E}">
        <p15:presenceInfo xmlns:p15="http://schemas.microsoft.com/office/powerpoint/2012/main" userId="Subhas Budal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3E0"/>
    <a:srgbClr val="D2CDC7"/>
    <a:srgbClr val="A8A29B"/>
    <a:srgbClr val="BBD1D1"/>
    <a:srgbClr val="E0E2E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4BA327A-0577-4E81-8652-DF989C78A176}" v="18" dt="2025-07-25T06:26:31.9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86" autoAdjust="0"/>
    <p:restoredTop sz="94660"/>
  </p:normalViewPr>
  <p:slideViewPr>
    <p:cSldViewPr snapToGrid="0">
      <p:cViewPr varScale="1">
        <p:scale>
          <a:sx n="70" d="100"/>
          <a:sy n="70" d="100"/>
        </p:scale>
        <p:origin x="1018" y="278"/>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commentAuthors" Target="commentAuthors.xml"/><Relationship Id="rId35" Type="http://schemas.microsoft.com/office/2015/10/relationships/revisionInfo" Target="revisionInfo.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5B737CA-E265-B97D-4640-371F9C93C5C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91F5130C-D288-F00F-9781-0DF32ADA558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2F753C8-B3DF-4C1B-966C-ECD7BA06B986}" type="datetimeFigureOut">
              <a:rPr lang="en-IN" smtClean="0"/>
              <a:t>25-07-2025</a:t>
            </a:fld>
            <a:endParaRPr lang="en-IN"/>
          </a:p>
        </p:txBody>
      </p:sp>
      <p:sp>
        <p:nvSpPr>
          <p:cNvPr id="4" name="Footer Placeholder 3">
            <a:extLst>
              <a:ext uri="{FF2B5EF4-FFF2-40B4-BE49-F238E27FC236}">
                <a16:creationId xmlns:a16="http://schemas.microsoft.com/office/drawing/2014/main" id="{C684C786-A7E5-4F13-3FE3-F5AAF8C2326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13E1079F-58A6-478D-72CE-CC9EE1CA8CB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C2DEA4B-F62F-473B-83B1-E5FFC6A0FB23}" type="slidenum">
              <a:rPr lang="en-IN" smtClean="0"/>
              <a:t>‹#›</a:t>
            </a:fld>
            <a:endParaRPr lang="en-IN"/>
          </a:p>
        </p:txBody>
      </p:sp>
    </p:spTree>
    <p:extLst>
      <p:ext uri="{BB962C8B-B14F-4D97-AF65-F5344CB8AC3E}">
        <p14:creationId xmlns:p14="http://schemas.microsoft.com/office/powerpoint/2010/main" val="1437615919"/>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9C25BA-F9B0-4418-8CA0-3A9DF1256BA5}" type="datetimeFigureOut">
              <a:rPr lang="en-US" smtClean="0"/>
              <a:t>7/25/2025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DC5964-3162-43B5-B1EC-63C8D166D7D3}" type="slidenum">
              <a:rPr lang="en-US" smtClean="0"/>
              <a:t>‹#›</a:t>
            </a:fld>
            <a:endParaRPr lang="en-US"/>
          </a:p>
        </p:txBody>
      </p:sp>
    </p:spTree>
    <p:extLst>
      <p:ext uri="{BB962C8B-B14F-4D97-AF65-F5344CB8AC3E}">
        <p14:creationId xmlns:p14="http://schemas.microsoft.com/office/powerpoint/2010/main" val="684971693"/>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EDC5964-3162-43B5-B1EC-63C8D166D7D3}" type="slidenum">
              <a:rPr lang="en-US" smtClean="0"/>
              <a:t>1</a:t>
            </a:fld>
            <a:endParaRPr lang="en-US"/>
          </a:p>
        </p:txBody>
      </p:sp>
      <p:sp>
        <p:nvSpPr>
          <p:cNvPr id="5" name="Header Placeholder 4">
            <a:extLst>
              <a:ext uri="{FF2B5EF4-FFF2-40B4-BE49-F238E27FC236}">
                <a16:creationId xmlns:a16="http://schemas.microsoft.com/office/drawing/2014/main" id="{6E9B0E4A-AA28-C688-9D06-E789785E1568}"/>
              </a:ext>
            </a:extLst>
          </p:cNvPr>
          <p:cNvSpPr>
            <a:spLocks noGrp="1"/>
          </p:cNvSpPr>
          <p:nvPr>
            <p:ph type="hdr" sz="quarter"/>
          </p:nvPr>
        </p:nvSpPr>
        <p:spPr/>
        <p:txBody>
          <a:bodyPr/>
          <a:lstStyle/>
          <a:p>
            <a:endParaRPr lang="en-US"/>
          </a:p>
        </p:txBody>
      </p:sp>
    </p:spTree>
    <p:extLst>
      <p:ext uri="{BB962C8B-B14F-4D97-AF65-F5344CB8AC3E}">
        <p14:creationId xmlns:p14="http://schemas.microsoft.com/office/powerpoint/2010/main" val="19834099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Header Placeholder 3"/>
          <p:cNvSpPr>
            <a:spLocks noGrp="1"/>
          </p:cNvSpPr>
          <p:nvPr>
            <p:ph type="hdr" sz="quarter"/>
          </p:nvPr>
        </p:nvSpPr>
        <p:spPr/>
        <p:txBody>
          <a:bodyPr/>
          <a:lstStyle/>
          <a:p>
            <a:endParaRPr lang="en-US"/>
          </a:p>
        </p:txBody>
      </p:sp>
      <p:sp>
        <p:nvSpPr>
          <p:cNvPr id="5" name="Slide Number Placeholder 4"/>
          <p:cNvSpPr>
            <a:spLocks noGrp="1"/>
          </p:cNvSpPr>
          <p:nvPr>
            <p:ph type="sldNum" sz="quarter" idx="5"/>
          </p:nvPr>
        </p:nvSpPr>
        <p:spPr/>
        <p:txBody>
          <a:bodyPr/>
          <a:lstStyle/>
          <a:p>
            <a:fld id="{9EDC5964-3162-43B5-B1EC-63C8D166D7D3}" type="slidenum">
              <a:rPr lang="en-US" smtClean="0"/>
              <a:t>23</a:t>
            </a:fld>
            <a:endParaRPr lang="en-US"/>
          </a:p>
        </p:txBody>
      </p:sp>
    </p:spTree>
    <p:extLst>
      <p:ext uri="{BB962C8B-B14F-4D97-AF65-F5344CB8AC3E}">
        <p14:creationId xmlns:p14="http://schemas.microsoft.com/office/powerpoint/2010/main" val="9588555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4C8E7-953A-44F2-9477-077463CC36E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E7D06FE-64A3-4282-A7C7-3256982F0A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14B05D5-F7B9-4BC4-854B-26CA4B0B6C8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C8E5244F-9DE0-4311-98E7-979223CAAD21}"/>
              </a:ext>
            </a:extLst>
          </p:cNvPr>
          <p:cNvSpPr>
            <a:spLocks noGrp="1"/>
          </p:cNvSpPr>
          <p:nvPr>
            <p:ph type="ftr" sz="quarter" idx="11"/>
          </p:nvPr>
        </p:nvSpPr>
        <p:spPr/>
        <p:txBody>
          <a:bodyPr/>
          <a:lstStyle/>
          <a:p>
            <a:r>
              <a:rPr lang="en-US"/>
              <a:t>Copyright © 2025, Oracle and/or its affiliates  |  Confidential: Internal/Restricted/Highly Restricted</a:t>
            </a:r>
          </a:p>
        </p:txBody>
      </p:sp>
      <p:sp>
        <p:nvSpPr>
          <p:cNvPr id="6" name="Slide Number Placeholder 5">
            <a:extLst>
              <a:ext uri="{FF2B5EF4-FFF2-40B4-BE49-F238E27FC236}">
                <a16:creationId xmlns:a16="http://schemas.microsoft.com/office/drawing/2014/main" id="{DD1C46E0-7E37-4E5A-B114-3DB38755DD21}"/>
              </a:ext>
            </a:extLst>
          </p:cNvPr>
          <p:cNvSpPr>
            <a:spLocks noGrp="1"/>
          </p:cNvSpPr>
          <p:nvPr>
            <p:ph type="sldNum" sz="quarter" idx="12"/>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16842323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E18E4-7BB1-4265-B0B5-4E6450703A0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F02E60D-E1DF-47C3-A729-6129A55056C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F74F60-074B-42E3-93F3-E30676F49A45}"/>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58119B90-5687-47BC-8194-548315B7F5E4}"/>
              </a:ext>
            </a:extLst>
          </p:cNvPr>
          <p:cNvSpPr>
            <a:spLocks noGrp="1"/>
          </p:cNvSpPr>
          <p:nvPr>
            <p:ph type="ftr" sz="quarter" idx="11"/>
          </p:nvPr>
        </p:nvSpPr>
        <p:spPr/>
        <p:txBody>
          <a:bodyPr/>
          <a:lstStyle/>
          <a:p>
            <a:r>
              <a:rPr lang="en-US"/>
              <a:t>Copyright © 2025, Oracle and/or its affiliates  |  Confidential: Internal/Restricted/Highly Restricted</a:t>
            </a:r>
          </a:p>
        </p:txBody>
      </p:sp>
      <p:sp>
        <p:nvSpPr>
          <p:cNvPr id="6" name="Slide Number Placeholder 5">
            <a:extLst>
              <a:ext uri="{FF2B5EF4-FFF2-40B4-BE49-F238E27FC236}">
                <a16:creationId xmlns:a16="http://schemas.microsoft.com/office/drawing/2014/main" id="{8986D884-4A8F-42D0-86F8-8C269F60D48A}"/>
              </a:ext>
            </a:extLst>
          </p:cNvPr>
          <p:cNvSpPr>
            <a:spLocks noGrp="1"/>
          </p:cNvSpPr>
          <p:nvPr>
            <p:ph type="sldNum" sz="quarter" idx="12"/>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8464371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29606-84C5-4E5D-951E-90974F0A17D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7430ABE-968A-4963-B3BD-9FC8254C6E6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0EA455-CF1D-4826-B9B9-AE0F38A8B8B5}"/>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73F3D559-0CE3-4968-8806-82EF425A42DC}"/>
              </a:ext>
            </a:extLst>
          </p:cNvPr>
          <p:cNvSpPr>
            <a:spLocks noGrp="1"/>
          </p:cNvSpPr>
          <p:nvPr>
            <p:ph type="ftr" sz="quarter" idx="11"/>
          </p:nvPr>
        </p:nvSpPr>
        <p:spPr/>
        <p:txBody>
          <a:bodyPr/>
          <a:lstStyle/>
          <a:p>
            <a:r>
              <a:rPr lang="en-US"/>
              <a:t>Copyright © 2025, Oracle and/or its affiliates  |  Confidential: Internal/Restricted/Highly Restricted</a:t>
            </a:r>
          </a:p>
        </p:txBody>
      </p:sp>
      <p:sp>
        <p:nvSpPr>
          <p:cNvPr id="6" name="Slide Number Placeholder 5">
            <a:extLst>
              <a:ext uri="{FF2B5EF4-FFF2-40B4-BE49-F238E27FC236}">
                <a16:creationId xmlns:a16="http://schemas.microsoft.com/office/drawing/2014/main" id="{8C89E45C-C19F-4B2B-9E86-F05814FE0156}"/>
              </a:ext>
            </a:extLst>
          </p:cNvPr>
          <p:cNvSpPr>
            <a:spLocks noGrp="1"/>
          </p:cNvSpPr>
          <p:nvPr>
            <p:ph type="sldNum" sz="quarter" idx="12"/>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25944467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7199B-4DA4-4EBA-8264-DD09068D1CF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086BBAB-79C8-4BDB-8E60-D9ADED43567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42E07B4-0C55-49FA-87C5-C32F1B7A15C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0C0FCE2-3922-48B5-B255-3D2703A9659C}"/>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174CDE17-DD7A-4391-BC47-30FE6D74037D}"/>
              </a:ext>
            </a:extLst>
          </p:cNvPr>
          <p:cNvSpPr>
            <a:spLocks noGrp="1"/>
          </p:cNvSpPr>
          <p:nvPr>
            <p:ph type="ftr" sz="quarter" idx="11"/>
          </p:nvPr>
        </p:nvSpPr>
        <p:spPr/>
        <p:txBody>
          <a:bodyPr/>
          <a:lstStyle/>
          <a:p>
            <a:r>
              <a:rPr lang="en-US"/>
              <a:t>Copyright © 2025, Oracle and/or its affiliates  |  Confidential: Internal/Restricted/Highly Restricted</a:t>
            </a:r>
          </a:p>
        </p:txBody>
      </p:sp>
      <p:sp>
        <p:nvSpPr>
          <p:cNvPr id="7" name="Slide Number Placeholder 6">
            <a:extLst>
              <a:ext uri="{FF2B5EF4-FFF2-40B4-BE49-F238E27FC236}">
                <a16:creationId xmlns:a16="http://schemas.microsoft.com/office/drawing/2014/main" id="{63B39356-BA5B-4934-A54D-B09A4F2468BB}"/>
              </a:ext>
            </a:extLst>
          </p:cNvPr>
          <p:cNvSpPr>
            <a:spLocks noGrp="1"/>
          </p:cNvSpPr>
          <p:nvPr>
            <p:ph type="sldNum" sz="quarter" idx="12"/>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38325995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97B1E-16A9-43CA-84C3-C099FBB7316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ACB1489-F149-4373-A061-784A786593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3FCFDF-791D-4E5A-88EF-4666700A6DC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6E201E1-04A4-4252-B4C8-CD8E5CC29A6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4F08305-BA6E-4AB8-BE71-7C67DCB3081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0B045EF-8FBD-489A-9B26-6CBCBB2E7EF5}"/>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94A0626B-325B-4EE5-9DC5-30817D622E53}"/>
              </a:ext>
            </a:extLst>
          </p:cNvPr>
          <p:cNvSpPr>
            <a:spLocks noGrp="1"/>
          </p:cNvSpPr>
          <p:nvPr>
            <p:ph type="ftr" sz="quarter" idx="11"/>
          </p:nvPr>
        </p:nvSpPr>
        <p:spPr/>
        <p:txBody>
          <a:bodyPr/>
          <a:lstStyle/>
          <a:p>
            <a:r>
              <a:rPr lang="en-US"/>
              <a:t>Copyright © 2025, Oracle and/or its affiliates  |  Confidential: Internal/Restricted/Highly Restricted</a:t>
            </a:r>
          </a:p>
        </p:txBody>
      </p:sp>
      <p:sp>
        <p:nvSpPr>
          <p:cNvPr id="9" name="Slide Number Placeholder 8">
            <a:extLst>
              <a:ext uri="{FF2B5EF4-FFF2-40B4-BE49-F238E27FC236}">
                <a16:creationId xmlns:a16="http://schemas.microsoft.com/office/drawing/2014/main" id="{574C9163-A7A4-48EC-A349-D6F0022470C3}"/>
              </a:ext>
            </a:extLst>
          </p:cNvPr>
          <p:cNvSpPr>
            <a:spLocks noGrp="1"/>
          </p:cNvSpPr>
          <p:nvPr>
            <p:ph type="sldNum" sz="quarter" idx="12"/>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3208299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23B8F-2962-4DCD-B86D-0B5B291D854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B7B1463-C08D-4A6D-86E3-4E409FBFB951}"/>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72F078F6-64AE-45BB-9CC0-0BC7D75B27C3}"/>
              </a:ext>
            </a:extLst>
          </p:cNvPr>
          <p:cNvSpPr>
            <a:spLocks noGrp="1"/>
          </p:cNvSpPr>
          <p:nvPr>
            <p:ph type="ftr" sz="quarter" idx="11"/>
          </p:nvPr>
        </p:nvSpPr>
        <p:spPr/>
        <p:txBody>
          <a:bodyPr/>
          <a:lstStyle/>
          <a:p>
            <a:r>
              <a:rPr lang="en-US"/>
              <a:t>Copyright © 2025, Oracle and/or its affiliates  |  Confidential: Internal/Restricted/Highly Restricted</a:t>
            </a:r>
          </a:p>
        </p:txBody>
      </p:sp>
      <p:sp>
        <p:nvSpPr>
          <p:cNvPr id="5" name="Slide Number Placeholder 4">
            <a:extLst>
              <a:ext uri="{FF2B5EF4-FFF2-40B4-BE49-F238E27FC236}">
                <a16:creationId xmlns:a16="http://schemas.microsoft.com/office/drawing/2014/main" id="{DC9829F0-0F83-448D-9A8B-BE1FA8A147BA}"/>
              </a:ext>
            </a:extLst>
          </p:cNvPr>
          <p:cNvSpPr>
            <a:spLocks noGrp="1"/>
          </p:cNvSpPr>
          <p:nvPr>
            <p:ph type="sldNum" sz="quarter" idx="12"/>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34200119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11D6B1-0051-447C-BFF8-04E825847DBC}"/>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98A68E58-142A-4CEB-9B9C-B9B995AA19C6}"/>
              </a:ext>
            </a:extLst>
          </p:cNvPr>
          <p:cNvSpPr>
            <a:spLocks noGrp="1"/>
          </p:cNvSpPr>
          <p:nvPr>
            <p:ph type="ftr" sz="quarter" idx="11"/>
          </p:nvPr>
        </p:nvSpPr>
        <p:spPr/>
        <p:txBody>
          <a:bodyPr/>
          <a:lstStyle/>
          <a:p>
            <a:r>
              <a:rPr lang="en-US"/>
              <a:t>Copyright © 2025, Oracle and/or its affiliates  |  Confidential: Internal/Restricted/Highly Restricted</a:t>
            </a:r>
          </a:p>
        </p:txBody>
      </p:sp>
      <p:sp>
        <p:nvSpPr>
          <p:cNvPr id="4" name="Slide Number Placeholder 3">
            <a:extLst>
              <a:ext uri="{FF2B5EF4-FFF2-40B4-BE49-F238E27FC236}">
                <a16:creationId xmlns:a16="http://schemas.microsoft.com/office/drawing/2014/main" id="{FE3E1C89-CAAB-4BB2-B802-06189FDD88BD}"/>
              </a:ext>
            </a:extLst>
          </p:cNvPr>
          <p:cNvSpPr>
            <a:spLocks noGrp="1"/>
          </p:cNvSpPr>
          <p:nvPr>
            <p:ph type="sldNum" sz="quarter" idx="12"/>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35418985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5AB42-B293-4172-8BDD-C85D101439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78D6D3F-83FB-49D3-B8D8-51AAE6EE80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9BD6E66-8EC4-43A0-9A80-005184DC15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86B7A5-0BE7-4A99-BEFF-37671B39C886}"/>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A483B393-A0CA-4422-A715-0E87A70251C0}"/>
              </a:ext>
            </a:extLst>
          </p:cNvPr>
          <p:cNvSpPr>
            <a:spLocks noGrp="1"/>
          </p:cNvSpPr>
          <p:nvPr>
            <p:ph type="ftr" sz="quarter" idx="11"/>
          </p:nvPr>
        </p:nvSpPr>
        <p:spPr/>
        <p:txBody>
          <a:bodyPr/>
          <a:lstStyle/>
          <a:p>
            <a:r>
              <a:rPr lang="en-US"/>
              <a:t>Copyright © 2025, Oracle and/or its affiliates  |  Confidential: Internal/Restricted/Highly Restricted</a:t>
            </a:r>
          </a:p>
        </p:txBody>
      </p:sp>
      <p:sp>
        <p:nvSpPr>
          <p:cNvPr id="7" name="Slide Number Placeholder 6">
            <a:extLst>
              <a:ext uri="{FF2B5EF4-FFF2-40B4-BE49-F238E27FC236}">
                <a16:creationId xmlns:a16="http://schemas.microsoft.com/office/drawing/2014/main" id="{6BCC010F-FE3B-4FC7-B42C-58029836CAD6}"/>
              </a:ext>
            </a:extLst>
          </p:cNvPr>
          <p:cNvSpPr>
            <a:spLocks noGrp="1"/>
          </p:cNvSpPr>
          <p:nvPr>
            <p:ph type="sldNum" sz="quarter" idx="12"/>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3189301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18536-392A-4D00-B5D9-F8B9E94927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25EF5AA-2E2F-459A-BF16-5EAFD4154D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94D5372-CF1B-4B7E-8738-8261144F08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1F0A28-7973-4F96-8EBD-912C7E0DE4AA}"/>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7B48CAEB-A85B-4F55-A783-A5227ABE8329}"/>
              </a:ext>
            </a:extLst>
          </p:cNvPr>
          <p:cNvSpPr>
            <a:spLocks noGrp="1"/>
          </p:cNvSpPr>
          <p:nvPr>
            <p:ph type="ftr" sz="quarter" idx="11"/>
          </p:nvPr>
        </p:nvSpPr>
        <p:spPr/>
        <p:txBody>
          <a:bodyPr/>
          <a:lstStyle/>
          <a:p>
            <a:r>
              <a:rPr lang="en-US"/>
              <a:t>Copyright © 2025, Oracle and/or its affiliates  |  Confidential: Internal/Restricted/Highly Restricted</a:t>
            </a:r>
          </a:p>
        </p:txBody>
      </p:sp>
      <p:sp>
        <p:nvSpPr>
          <p:cNvPr id="7" name="Slide Number Placeholder 6">
            <a:extLst>
              <a:ext uri="{FF2B5EF4-FFF2-40B4-BE49-F238E27FC236}">
                <a16:creationId xmlns:a16="http://schemas.microsoft.com/office/drawing/2014/main" id="{4F16564F-3B92-4218-A8A6-2AAFEA1FE5C0}"/>
              </a:ext>
            </a:extLst>
          </p:cNvPr>
          <p:cNvSpPr>
            <a:spLocks noGrp="1"/>
          </p:cNvSpPr>
          <p:nvPr>
            <p:ph type="sldNum" sz="quarter" idx="12"/>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7499101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11F3D-9074-4F1E-A405-BFD1BE66AC3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E8E197A-8BCD-46CB-B4EA-FA390FB7E1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A79B9A-E457-4531-BAD9-E529AACC246F}"/>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0A36785-65D3-4A84-BB87-7684571D39AA}"/>
              </a:ext>
            </a:extLst>
          </p:cNvPr>
          <p:cNvSpPr>
            <a:spLocks noGrp="1"/>
          </p:cNvSpPr>
          <p:nvPr>
            <p:ph type="ftr" sz="quarter" idx="11"/>
          </p:nvPr>
        </p:nvSpPr>
        <p:spPr/>
        <p:txBody>
          <a:bodyPr/>
          <a:lstStyle/>
          <a:p>
            <a:r>
              <a:rPr lang="en-US"/>
              <a:t>Copyright © 2025, Oracle and/or its affiliates  |  Confidential: Internal/Restricted/Highly Restricted</a:t>
            </a:r>
          </a:p>
        </p:txBody>
      </p:sp>
      <p:sp>
        <p:nvSpPr>
          <p:cNvPr id="6" name="Slide Number Placeholder 5">
            <a:extLst>
              <a:ext uri="{FF2B5EF4-FFF2-40B4-BE49-F238E27FC236}">
                <a16:creationId xmlns:a16="http://schemas.microsoft.com/office/drawing/2014/main" id="{76DD6B86-C426-4350-A7F6-4E913013FDBB}"/>
              </a:ext>
            </a:extLst>
          </p:cNvPr>
          <p:cNvSpPr>
            <a:spLocks noGrp="1"/>
          </p:cNvSpPr>
          <p:nvPr>
            <p:ph type="sldNum" sz="quarter" idx="12"/>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42345148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3F0E2DE-CDEC-46ED-B30B-42EDDB96291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7C05832-E080-477A-8C8E-BA6DDA13A22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F4003A-E627-47B0-A776-C8DC8D715D57}"/>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756A761-5B45-42DD-B6D3-63370257C05D}"/>
              </a:ext>
            </a:extLst>
          </p:cNvPr>
          <p:cNvSpPr>
            <a:spLocks noGrp="1"/>
          </p:cNvSpPr>
          <p:nvPr>
            <p:ph type="ftr" sz="quarter" idx="11"/>
          </p:nvPr>
        </p:nvSpPr>
        <p:spPr/>
        <p:txBody>
          <a:bodyPr/>
          <a:lstStyle/>
          <a:p>
            <a:r>
              <a:rPr lang="en-US"/>
              <a:t>Copyright © 2025, Oracle and/or its affiliates  |  Confidential: Internal/Restricted/Highly Restricted</a:t>
            </a:r>
          </a:p>
        </p:txBody>
      </p:sp>
      <p:sp>
        <p:nvSpPr>
          <p:cNvPr id="6" name="Slide Number Placeholder 5">
            <a:extLst>
              <a:ext uri="{FF2B5EF4-FFF2-40B4-BE49-F238E27FC236}">
                <a16:creationId xmlns:a16="http://schemas.microsoft.com/office/drawing/2014/main" id="{2113111C-9078-49CD-9461-AC599DB5E5D7}"/>
              </a:ext>
            </a:extLst>
          </p:cNvPr>
          <p:cNvSpPr>
            <a:spLocks noGrp="1"/>
          </p:cNvSpPr>
          <p:nvPr>
            <p:ph type="sldNum" sz="quarter" idx="12"/>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7205429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Light - Title with Abstract Border">
    <p:bg>
      <p:bgPr>
        <a:solidFill>
          <a:schemeClr val="bg2"/>
        </a:solidFill>
        <a:effectLst/>
      </p:bgPr>
    </p:bg>
    <p:spTree>
      <p:nvGrpSpPr>
        <p:cNvPr id="1" name=""/>
        <p:cNvGrpSpPr/>
        <p:nvPr/>
      </p:nvGrpSpPr>
      <p:grpSpPr>
        <a:xfrm>
          <a:off x="0" y="0"/>
          <a:ext cx="0" cy="0"/>
          <a:chOff x="0" y="0"/>
          <a:chExt cx="0" cy="0"/>
        </a:xfrm>
      </p:grpSpPr>
      <p:sp>
        <p:nvSpPr>
          <p:cNvPr id="4" name="Text Field">
            <a:extLst>
              <a:ext uri="{FF2B5EF4-FFF2-40B4-BE49-F238E27FC236}">
                <a16:creationId xmlns:a16="http://schemas.microsoft.com/office/drawing/2014/main" id="{7F29C372-9BB3-B540-BC47-46BD6E59417E}"/>
              </a:ext>
            </a:extLst>
          </p:cNvPr>
          <p:cNvSpPr>
            <a:spLocks noGrp="1"/>
          </p:cNvSpPr>
          <p:nvPr>
            <p:ph type="body" sz="quarter" idx="34" hasCustomPrompt="1"/>
          </p:nvPr>
        </p:nvSpPr>
        <p:spPr>
          <a:xfrm>
            <a:off x="1018030" y="4706392"/>
            <a:ext cx="5077970" cy="895181"/>
          </a:xfrm>
        </p:spPr>
        <p:txBody>
          <a:bodyPr>
            <a:noAutofit/>
          </a:bodyPr>
          <a:lstStyle>
            <a:lvl1pPr>
              <a:defRPr/>
            </a:lvl1pPr>
          </a:lstStyle>
          <a:p>
            <a:pPr lvl="0"/>
            <a:r>
              <a:rPr lang="en-US"/>
              <a:t>Presenter’s Title</a:t>
            </a:r>
          </a:p>
          <a:p>
            <a:pPr lvl="0"/>
            <a:r>
              <a:rPr lang="en-US"/>
              <a:t>Organization, Division or Business Unit</a:t>
            </a:r>
          </a:p>
          <a:p>
            <a:pPr lvl="0"/>
            <a:r>
              <a:rPr lang="en-US"/>
              <a:t>Month 00, 2019</a:t>
            </a:r>
          </a:p>
        </p:txBody>
      </p:sp>
      <p:sp>
        <p:nvSpPr>
          <p:cNvPr id="15" name="Text Field">
            <a:extLst>
              <a:ext uri="{FF2B5EF4-FFF2-40B4-BE49-F238E27FC236}">
                <a16:creationId xmlns:a16="http://schemas.microsoft.com/office/drawing/2014/main" id="{5EDA7B8D-9195-5945-993F-1344630DF996}"/>
              </a:ext>
            </a:extLst>
          </p:cNvPr>
          <p:cNvSpPr>
            <a:spLocks noGrp="1"/>
          </p:cNvSpPr>
          <p:nvPr>
            <p:ph type="body" sz="quarter" idx="35" hasCustomPrompt="1"/>
          </p:nvPr>
        </p:nvSpPr>
        <p:spPr>
          <a:xfrm>
            <a:off x="1018030" y="4368799"/>
            <a:ext cx="5077970" cy="266291"/>
          </a:xfrm>
        </p:spPr>
        <p:txBody>
          <a:bodyPr>
            <a:noAutofit/>
          </a:bodyPr>
          <a:lstStyle>
            <a:lvl1pPr>
              <a:defRPr b="1"/>
            </a:lvl1pPr>
          </a:lstStyle>
          <a:p>
            <a:pPr lvl="0"/>
            <a:r>
              <a:rPr lang="en-US"/>
              <a:t>Name</a:t>
            </a:r>
          </a:p>
        </p:txBody>
      </p:sp>
      <p:sp>
        <p:nvSpPr>
          <p:cNvPr id="27" name="Subhead">
            <a:extLst>
              <a:ext uri="{FF2B5EF4-FFF2-40B4-BE49-F238E27FC236}">
                <a16:creationId xmlns:a16="http://schemas.microsoft.com/office/drawing/2014/main" id="{12EB3548-39AB-5846-A4F6-A7D8515AEE59}"/>
              </a:ext>
            </a:extLst>
          </p:cNvPr>
          <p:cNvSpPr>
            <a:spLocks noGrp="1"/>
          </p:cNvSpPr>
          <p:nvPr>
            <p:ph type="body" sz="quarter" idx="33" hasCustomPrompt="1"/>
          </p:nvPr>
        </p:nvSpPr>
        <p:spPr>
          <a:xfrm>
            <a:off x="1018030" y="3519553"/>
            <a:ext cx="10158984" cy="341247"/>
          </a:xfrm>
          <a:prstGeom prst="rect">
            <a:avLst/>
          </a:prstGeom>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chemeClr val="accent5"/>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Subhead goes here on one line</a:t>
            </a:r>
          </a:p>
        </p:txBody>
      </p:sp>
      <p:sp>
        <p:nvSpPr>
          <p:cNvPr id="26" name="Title">
            <a:extLst>
              <a:ext uri="{FF2B5EF4-FFF2-40B4-BE49-F238E27FC236}">
                <a16:creationId xmlns:a16="http://schemas.microsoft.com/office/drawing/2014/main" id="{2E021ED4-814D-9648-831F-EDE24ED2D4F8}"/>
              </a:ext>
            </a:extLst>
          </p:cNvPr>
          <p:cNvSpPr>
            <a:spLocks noGrp="1"/>
          </p:cNvSpPr>
          <p:nvPr>
            <p:ph type="ctrTitle" hasCustomPrompt="1"/>
          </p:nvPr>
        </p:nvSpPr>
        <p:spPr>
          <a:xfrm>
            <a:off x="1018030" y="2459230"/>
            <a:ext cx="10158984" cy="1025922"/>
          </a:xfrm>
        </p:spPr>
        <p:txBody>
          <a:bodyPr wrap="square" anchor="b">
            <a:noAutofit/>
          </a:bodyPr>
          <a:lstStyle>
            <a:lvl1pPr algn="l">
              <a:lnSpc>
                <a:spcPts val="4000"/>
              </a:lnSpc>
              <a:defRPr sz="4000" b="0">
                <a:latin typeface="Georgia" panose="02040502050405020303" pitchFamily="18" charset="0"/>
              </a:defRPr>
            </a:lvl1pPr>
          </a:lstStyle>
          <a:p>
            <a:r>
              <a:rPr lang="en-US"/>
              <a:t>Title goes here (up to two lines) </a:t>
            </a:r>
            <a:br>
              <a:rPr lang="en-US"/>
            </a:br>
            <a:r>
              <a:rPr lang="en-US"/>
              <a:t>Georgia Regular 40pt</a:t>
            </a:r>
          </a:p>
        </p:txBody>
      </p:sp>
      <p:pic>
        <p:nvPicPr>
          <p:cNvPr id="12" name="Abstract Illustration">
            <a:extLst>
              <a:ext uri="{FF2B5EF4-FFF2-40B4-BE49-F238E27FC236}">
                <a16:creationId xmlns:a16="http://schemas.microsoft.com/office/drawing/2014/main" id="{E5246624-F21C-C74D-A490-03903A0F510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a:xfrm>
            <a:off x="0" y="0"/>
            <a:ext cx="12192000" cy="6858000"/>
          </a:xfrm>
          <a:custGeom>
            <a:avLst/>
            <a:gdLst>
              <a:gd name="connsiteX0" fmla="*/ 761999 w 12192000"/>
              <a:gd name="connsiteY0" fmla="*/ 587874 h 6858000"/>
              <a:gd name="connsiteX1" fmla="*/ 761999 w 12192000"/>
              <a:gd name="connsiteY1" fmla="*/ 6270127 h 6858000"/>
              <a:gd name="connsiteX2" fmla="*/ 11430000 w 12192000"/>
              <a:gd name="connsiteY2" fmla="*/ 6270127 h 6858000"/>
              <a:gd name="connsiteX3" fmla="*/ 11430000 w 12192000"/>
              <a:gd name="connsiteY3" fmla="*/ 587874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761999" y="587874"/>
                </a:moveTo>
                <a:lnTo>
                  <a:pt x="761999" y="6270127"/>
                </a:lnTo>
                <a:lnTo>
                  <a:pt x="11430000" y="6270127"/>
                </a:lnTo>
                <a:lnTo>
                  <a:pt x="11430000" y="587874"/>
                </a:lnTo>
                <a:close/>
                <a:moveTo>
                  <a:pt x="0" y="0"/>
                </a:moveTo>
                <a:lnTo>
                  <a:pt x="12192000" y="0"/>
                </a:lnTo>
                <a:lnTo>
                  <a:pt x="12192000" y="6858000"/>
                </a:lnTo>
                <a:lnTo>
                  <a:pt x="0" y="6858000"/>
                </a:lnTo>
                <a:close/>
              </a:path>
            </a:pathLst>
          </a:custGeom>
        </p:spPr>
      </p:pic>
      <p:pic>
        <p:nvPicPr>
          <p:cNvPr id="13" name="OTag">
            <a:extLst>
              <a:ext uri="{FF2B5EF4-FFF2-40B4-BE49-F238E27FC236}">
                <a16:creationId xmlns:a16="http://schemas.microsoft.com/office/drawing/2014/main" id="{EDF18AE6-A97A-EC4A-9347-1802C0689B2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cxnSp>
        <p:nvCxnSpPr>
          <p:cNvPr id="14" name="Accent Mark">
            <a:extLst>
              <a:ext uri="{FF2B5EF4-FFF2-40B4-BE49-F238E27FC236}">
                <a16:creationId xmlns:a16="http://schemas.microsoft.com/office/drawing/2014/main" id="{AA45C8D8-A5D7-DC46-8327-6FCBF03151F6}"/>
              </a:ext>
            </a:extLst>
          </p:cNvPr>
          <p:cNvCxnSpPr>
            <a:cxnSpLocks/>
          </p:cNvCxnSpPr>
          <p:nvPr userDrawn="1"/>
        </p:nvCxnSpPr>
        <p:spPr>
          <a:xfrm flipH="1">
            <a:off x="1018030" y="4114800"/>
            <a:ext cx="320040" cy="0"/>
          </a:xfrm>
          <a:prstGeom prst="line">
            <a:avLst/>
          </a:prstGeom>
          <a:ln w="38100" cap="flat">
            <a:solidFill>
              <a:schemeClr val="accent2"/>
            </a:solidFill>
            <a:prstDash val="solid"/>
          </a:ln>
        </p:spPr>
        <p:style>
          <a:lnRef idx="1">
            <a:schemeClr val="accent1"/>
          </a:lnRef>
          <a:fillRef idx="0">
            <a:schemeClr val="accent1"/>
          </a:fillRef>
          <a:effectRef idx="0">
            <a:schemeClr val="accent1"/>
          </a:effectRef>
          <a:fontRef idx="minor">
            <a:schemeClr val="tx1"/>
          </a:fontRef>
        </p:style>
      </p:cxnSp>
      <p:pic>
        <p:nvPicPr>
          <p:cNvPr id="16" name="Oracle Logo">
            <a:extLst>
              <a:ext uri="{FF2B5EF4-FFF2-40B4-BE49-F238E27FC236}">
                <a16:creationId xmlns:a16="http://schemas.microsoft.com/office/drawing/2014/main" id="{221EC6FF-8F78-9E44-AD47-BEE824DD0F69}"/>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44949" y="1132368"/>
            <a:ext cx="1524893" cy="320040"/>
          </a:xfrm>
          <a:prstGeom prst="rect">
            <a:avLst/>
          </a:prstGeom>
        </p:spPr>
      </p:pic>
    </p:spTree>
    <p:extLst>
      <p:ext uri="{BB962C8B-B14F-4D97-AF65-F5344CB8AC3E}">
        <p14:creationId xmlns:p14="http://schemas.microsoft.com/office/powerpoint/2010/main" val="1974256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_Light - Title with Abstract Border">
    <p:bg>
      <p:bgPr>
        <a:solidFill>
          <a:schemeClr val="bg2"/>
        </a:solidFill>
        <a:effectLst/>
      </p:bgPr>
    </p:bg>
    <p:spTree>
      <p:nvGrpSpPr>
        <p:cNvPr id="1" name=""/>
        <p:cNvGrpSpPr/>
        <p:nvPr/>
      </p:nvGrpSpPr>
      <p:grpSpPr>
        <a:xfrm>
          <a:off x="0" y="0"/>
          <a:ext cx="0" cy="0"/>
          <a:chOff x="0" y="0"/>
          <a:chExt cx="0" cy="0"/>
        </a:xfrm>
      </p:grpSpPr>
      <p:pic>
        <p:nvPicPr>
          <p:cNvPr id="11" name="Abstract Illustration">
            <a:extLst>
              <a:ext uri="{FF2B5EF4-FFF2-40B4-BE49-F238E27FC236}">
                <a16:creationId xmlns:a16="http://schemas.microsoft.com/office/drawing/2014/main" id="{E5246624-F21C-C74D-A490-03903A0F510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a:xfrm>
            <a:off x="0" y="0"/>
            <a:ext cx="12192000" cy="6858000"/>
          </a:xfrm>
          <a:custGeom>
            <a:avLst/>
            <a:gdLst>
              <a:gd name="connsiteX0" fmla="*/ 761999 w 12192000"/>
              <a:gd name="connsiteY0" fmla="*/ 587874 h 6858000"/>
              <a:gd name="connsiteX1" fmla="*/ 761999 w 12192000"/>
              <a:gd name="connsiteY1" fmla="*/ 6270127 h 6858000"/>
              <a:gd name="connsiteX2" fmla="*/ 11430000 w 12192000"/>
              <a:gd name="connsiteY2" fmla="*/ 6270127 h 6858000"/>
              <a:gd name="connsiteX3" fmla="*/ 11430000 w 12192000"/>
              <a:gd name="connsiteY3" fmla="*/ 587874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761999" y="587874"/>
                </a:moveTo>
                <a:lnTo>
                  <a:pt x="761999" y="6270127"/>
                </a:lnTo>
                <a:lnTo>
                  <a:pt x="11430000" y="6270127"/>
                </a:lnTo>
                <a:lnTo>
                  <a:pt x="11430000" y="587874"/>
                </a:lnTo>
                <a:close/>
                <a:moveTo>
                  <a:pt x="0" y="0"/>
                </a:moveTo>
                <a:lnTo>
                  <a:pt x="12192000" y="0"/>
                </a:lnTo>
                <a:lnTo>
                  <a:pt x="12192000" y="6858000"/>
                </a:lnTo>
                <a:lnTo>
                  <a:pt x="0" y="6858000"/>
                </a:lnTo>
                <a:close/>
              </a:path>
            </a:pathLst>
          </a:custGeom>
        </p:spPr>
      </p:pic>
      <p:pic>
        <p:nvPicPr>
          <p:cNvPr id="30" name="OTag">
            <a:extLst>
              <a:ext uri="{FF2B5EF4-FFF2-40B4-BE49-F238E27FC236}">
                <a16:creationId xmlns:a16="http://schemas.microsoft.com/office/drawing/2014/main" id="{EDF18AE6-A97A-EC4A-9347-1802C0689B2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4" name="Text Field">
            <a:extLst>
              <a:ext uri="{FF2B5EF4-FFF2-40B4-BE49-F238E27FC236}">
                <a16:creationId xmlns:a16="http://schemas.microsoft.com/office/drawing/2014/main" id="{7F29C372-9BB3-B540-BC47-46BD6E59417E}"/>
              </a:ext>
            </a:extLst>
          </p:cNvPr>
          <p:cNvSpPr>
            <a:spLocks noGrp="1"/>
          </p:cNvSpPr>
          <p:nvPr>
            <p:ph type="body" sz="quarter" idx="34" hasCustomPrompt="1"/>
          </p:nvPr>
        </p:nvSpPr>
        <p:spPr>
          <a:xfrm>
            <a:off x="1018030" y="4706392"/>
            <a:ext cx="5077970" cy="895181"/>
          </a:xfrm>
        </p:spPr>
        <p:txBody>
          <a:bodyPr>
            <a:noAutofit/>
          </a:bodyPr>
          <a:lstStyle>
            <a:lvl1pPr>
              <a:defRPr/>
            </a:lvl1pPr>
          </a:lstStyle>
          <a:p>
            <a:pPr lvl="0"/>
            <a:r>
              <a:rPr lang="en-US"/>
              <a:t>Presenter’s Title</a:t>
            </a:r>
          </a:p>
          <a:p>
            <a:pPr lvl="0"/>
            <a:r>
              <a:rPr lang="en-US"/>
              <a:t>Organization, Division or Business Unit</a:t>
            </a:r>
          </a:p>
          <a:p>
            <a:pPr lvl="0"/>
            <a:r>
              <a:rPr lang="en-US"/>
              <a:t>Month 00, 2019</a:t>
            </a:r>
          </a:p>
        </p:txBody>
      </p:sp>
      <p:sp>
        <p:nvSpPr>
          <p:cNvPr id="15" name="Text Field">
            <a:extLst>
              <a:ext uri="{FF2B5EF4-FFF2-40B4-BE49-F238E27FC236}">
                <a16:creationId xmlns:a16="http://schemas.microsoft.com/office/drawing/2014/main" id="{5EDA7B8D-9195-5945-993F-1344630DF996}"/>
              </a:ext>
            </a:extLst>
          </p:cNvPr>
          <p:cNvSpPr>
            <a:spLocks noGrp="1"/>
          </p:cNvSpPr>
          <p:nvPr>
            <p:ph type="body" sz="quarter" idx="35" hasCustomPrompt="1"/>
          </p:nvPr>
        </p:nvSpPr>
        <p:spPr>
          <a:xfrm>
            <a:off x="1018030" y="4368799"/>
            <a:ext cx="5077970" cy="266291"/>
          </a:xfrm>
        </p:spPr>
        <p:txBody>
          <a:bodyPr>
            <a:noAutofit/>
          </a:bodyPr>
          <a:lstStyle>
            <a:lvl1pPr>
              <a:defRPr b="1"/>
            </a:lvl1pPr>
          </a:lstStyle>
          <a:p>
            <a:pPr lvl="0"/>
            <a:r>
              <a:rPr lang="en-US"/>
              <a:t>Name</a:t>
            </a:r>
          </a:p>
        </p:txBody>
      </p:sp>
      <p:cxnSp>
        <p:nvCxnSpPr>
          <p:cNvPr id="18" name="Accent Mark">
            <a:extLst>
              <a:ext uri="{FF2B5EF4-FFF2-40B4-BE49-F238E27FC236}">
                <a16:creationId xmlns:a16="http://schemas.microsoft.com/office/drawing/2014/main" id="{AA45C8D8-A5D7-DC46-8327-6FCBF03151F6}"/>
              </a:ext>
            </a:extLst>
          </p:cNvPr>
          <p:cNvCxnSpPr>
            <a:cxnSpLocks/>
          </p:cNvCxnSpPr>
          <p:nvPr userDrawn="1"/>
        </p:nvCxnSpPr>
        <p:spPr>
          <a:xfrm flipH="1">
            <a:off x="1018030" y="4114800"/>
            <a:ext cx="320040" cy="0"/>
          </a:xfrm>
          <a:prstGeom prst="line">
            <a:avLst/>
          </a:prstGeom>
          <a:ln w="38100" cap="flat">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27" name="Subhead">
            <a:extLst>
              <a:ext uri="{FF2B5EF4-FFF2-40B4-BE49-F238E27FC236}">
                <a16:creationId xmlns:a16="http://schemas.microsoft.com/office/drawing/2014/main" id="{12EB3548-39AB-5846-A4F6-A7D8515AEE59}"/>
              </a:ext>
            </a:extLst>
          </p:cNvPr>
          <p:cNvSpPr>
            <a:spLocks noGrp="1"/>
          </p:cNvSpPr>
          <p:nvPr>
            <p:ph type="body" sz="quarter" idx="33" hasCustomPrompt="1"/>
          </p:nvPr>
        </p:nvSpPr>
        <p:spPr>
          <a:xfrm>
            <a:off x="1018030" y="3519553"/>
            <a:ext cx="10158984" cy="341247"/>
          </a:xfrm>
          <a:prstGeom prst="rect">
            <a:avLst/>
          </a:prstGeom>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chemeClr val="accent5"/>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Subhead goes here on one line</a:t>
            </a:r>
          </a:p>
        </p:txBody>
      </p:sp>
      <p:sp>
        <p:nvSpPr>
          <p:cNvPr id="26" name="Title">
            <a:extLst>
              <a:ext uri="{FF2B5EF4-FFF2-40B4-BE49-F238E27FC236}">
                <a16:creationId xmlns:a16="http://schemas.microsoft.com/office/drawing/2014/main" id="{2E021ED4-814D-9648-831F-EDE24ED2D4F8}"/>
              </a:ext>
            </a:extLst>
          </p:cNvPr>
          <p:cNvSpPr>
            <a:spLocks noGrp="1"/>
          </p:cNvSpPr>
          <p:nvPr>
            <p:ph type="ctrTitle" hasCustomPrompt="1"/>
          </p:nvPr>
        </p:nvSpPr>
        <p:spPr>
          <a:xfrm>
            <a:off x="1018030" y="2459230"/>
            <a:ext cx="10158984" cy="1025922"/>
          </a:xfrm>
        </p:spPr>
        <p:txBody>
          <a:bodyPr wrap="square" anchor="b">
            <a:noAutofit/>
          </a:bodyPr>
          <a:lstStyle>
            <a:lvl1pPr algn="l">
              <a:lnSpc>
                <a:spcPts val="4000"/>
              </a:lnSpc>
              <a:defRPr sz="4000" b="0">
                <a:latin typeface="Georgia" panose="02040502050405020303" pitchFamily="18" charset="0"/>
              </a:defRPr>
            </a:lvl1pPr>
          </a:lstStyle>
          <a:p>
            <a:r>
              <a:rPr lang="en-US"/>
              <a:t>Title goes here (up to two lines) </a:t>
            </a:r>
            <a:br>
              <a:rPr lang="en-US"/>
            </a:br>
            <a:r>
              <a:rPr lang="en-US"/>
              <a:t>Georgia Regular 40pt</a:t>
            </a:r>
          </a:p>
        </p:txBody>
      </p:sp>
      <p:pic>
        <p:nvPicPr>
          <p:cNvPr id="10" name="Oracle Logo">
            <a:extLst>
              <a:ext uri="{FF2B5EF4-FFF2-40B4-BE49-F238E27FC236}">
                <a16:creationId xmlns:a16="http://schemas.microsoft.com/office/drawing/2014/main" id="{221EC6FF-8F78-9E44-AD47-BEE824DD0F69}"/>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44949" y="1132368"/>
            <a:ext cx="1524893" cy="320040"/>
          </a:xfrm>
          <a:prstGeom prst="rect">
            <a:avLst/>
          </a:prstGeom>
        </p:spPr>
      </p:pic>
    </p:spTree>
    <p:extLst>
      <p:ext uri="{BB962C8B-B14F-4D97-AF65-F5344CB8AC3E}">
        <p14:creationId xmlns:p14="http://schemas.microsoft.com/office/powerpoint/2010/main" val="3358312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_Light - Numbered Outline">
    <p:bg>
      <p:bgPr>
        <a:solidFill>
          <a:schemeClr val="bg2"/>
        </a:solidFill>
        <a:effectLst/>
      </p:bgPr>
    </p:bg>
    <p:spTree>
      <p:nvGrpSpPr>
        <p:cNvPr id="1" name=""/>
        <p:cNvGrpSpPr/>
        <p:nvPr/>
      </p:nvGrpSpPr>
      <p:grpSpPr>
        <a:xfrm>
          <a:off x="0" y="0"/>
          <a:ext cx="0" cy="0"/>
          <a:chOff x="0" y="0"/>
          <a:chExt cx="0" cy="0"/>
        </a:xfrm>
      </p:grpSpPr>
      <p:pic>
        <p:nvPicPr>
          <p:cNvPr id="32" name="Data Texture Cloud">
            <a:extLst>
              <a:ext uri="{FF2B5EF4-FFF2-40B4-BE49-F238E27FC236}">
                <a16:creationId xmlns:a16="http://schemas.microsoft.com/office/drawing/2014/main" id="{4F1E65AD-22C9-374C-97B0-B5C16E332CB8}"/>
              </a:ext>
            </a:extLst>
          </p:cNvPr>
          <p:cNvPicPr>
            <a:picLocks noChangeAspect="1"/>
          </p:cNvPicPr>
          <p:nvPr userDrawn="1"/>
        </p:nvPicPr>
        <p:blipFill rotWithShape="1">
          <a:blip r:embed="rId2">
            <a:alphaModFix amt="80000"/>
            <a:extLst>
              <a:ext uri="{28A0092B-C50C-407E-A947-70E740481C1C}">
                <a14:useLocalDpi xmlns:a14="http://schemas.microsoft.com/office/drawing/2010/main" val="0"/>
              </a:ext>
            </a:extLst>
          </a:blip>
          <a:srcRect r="48609"/>
          <a:stretch/>
        </p:blipFill>
        <p:spPr>
          <a:xfrm>
            <a:off x="9881411" y="521208"/>
            <a:ext cx="2310589" cy="1700784"/>
          </a:xfrm>
          <a:prstGeom prst="rect">
            <a:avLst/>
          </a:prstGeom>
        </p:spPr>
      </p:pic>
      <p:pic>
        <p:nvPicPr>
          <p:cNvPr id="26" name="OTag">
            <a:extLst>
              <a:ext uri="{FF2B5EF4-FFF2-40B4-BE49-F238E27FC236}">
                <a16:creationId xmlns:a16="http://schemas.microsoft.com/office/drawing/2014/main" id="{6B255320-7797-3244-AB7F-7048F2FDBBD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25" name="Footer">
            <a:extLst>
              <a:ext uri="{FF2B5EF4-FFF2-40B4-BE49-F238E27FC236}">
                <a16:creationId xmlns:a16="http://schemas.microsoft.com/office/drawing/2014/main" id="{5C832301-2AE4-1245-BF5A-702B011155AF}"/>
              </a:ext>
            </a:extLst>
          </p:cNvPr>
          <p:cNvSpPr>
            <a:spLocks noGrp="1"/>
          </p:cNvSpPr>
          <p:nvPr>
            <p:ph type="ftr" sz="quarter" idx="3"/>
          </p:nvPr>
        </p:nvSpPr>
        <p:spPr>
          <a:xfrm>
            <a:off x="1127759" y="6423978"/>
            <a:ext cx="5745379" cy="365125"/>
          </a:xfrm>
          <a:prstGeom prst="rect">
            <a:avLst/>
          </a:prstGeom>
        </p:spPr>
        <p:txBody>
          <a:bodyPr vert="horz" lIns="0" tIns="0" rIns="0" bIns="0" rtlCol="0" anchor="ctr"/>
          <a:lstStyle>
            <a:lvl1pPr algn="l">
              <a:defRPr sz="1000">
                <a:solidFill>
                  <a:srgbClr val="8B8580"/>
                </a:solidFill>
              </a:defRPr>
            </a:lvl1pPr>
          </a:lstStyle>
          <a:p>
            <a:r>
              <a:rPr lang="en-US"/>
              <a:t>Copyright © 2025, Oracle and/or its affiliates  |  Confidential: Internal/Restricted/Highly Restricted</a:t>
            </a:r>
          </a:p>
        </p:txBody>
      </p:sp>
      <p:sp>
        <p:nvSpPr>
          <p:cNvPr id="27" name="Slide Number">
            <a:extLst>
              <a:ext uri="{FF2B5EF4-FFF2-40B4-BE49-F238E27FC236}">
                <a16:creationId xmlns:a16="http://schemas.microsoft.com/office/drawing/2014/main" id="{ADC3B97F-4317-2244-A893-1F690DBA4FE4}"/>
              </a:ext>
            </a:extLst>
          </p:cNvPr>
          <p:cNvSpPr>
            <a:spLocks noGrp="1"/>
          </p:cNvSpPr>
          <p:nvPr>
            <p:ph type="sldNum" sz="quarter" idx="4"/>
          </p:nvPr>
        </p:nvSpPr>
        <p:spPr>
          <a:xfrm>
            <a:off x="762000" y="6423660"/>
            <a:ext cx="365760" cy="365760"/>
          </a:xfrm>
          <a:prstGeom prst="rect">
            <a:avLst/>
          </a:prstGeom>
        </p:spPr>
        <p:txBody>
          <a:bodyPr vert="horz" lIns="0" tIns="0" rIns="0" bIns="0" rtlCol="0" anchor="ctr"/>
          <a:lstStyle>
            <a:lvl1pPr algn="l">
              <a:defRPr sz="1000">
                <a:solidFill>
                  <a:srgbClr val="8B8580"/>
                </a:solidFill>
              </a:defRPr>
            </a:lvl1pPr>
          </a:lstStyle>
          <a:p>
            <a:fld id="{345D60D9-5372-5F40-9443-0F9AE5BDC3C8}" type="slidenum">
              <a:rPr lang="en-US" smtClean="0"/>
              <a:pPr/>
              <a:t>‹#›</a:t>
            </a:fld>
            <a:endParaRPr lang="en-US"/>
          </a:p>
        </p:txBody>
      </p:sp>
      <p:sp>
        <p:nvSpPr>
          <p:cNvPr id="18" name="Number">
            <a:extLst>
              <a:ext uri="{FF2B5EF4-FFF2-40B4-BE49-F238E27FC236}">
                <a16:creationId xmlns:a16="http://schemas.microsoft.com/office/drawing/2014/main" id="{0EC907BF-0F79-AE40-A0E1-10EDEEBBAE51}"/>
              </a:ext>
            </a:extLst>
          </p:cNvPr>
          <p:cNvSpPr>
            <a:spLocks noGrp="1"/>
          </p:cNvSpPr>
          <p:nvPr>
            <p:ph type="body" sz="quarter" idx="14" hasCustomPrompt="1"/>
          </p:nvPr>
        </p:nvSpPr>
        <p:spPr>
          <a:xfrm>
            <a:off x="768095" y="3916426"/>
            <a:ext cx="439953" cy="395562"/>
          </a:xfrm>
          <a:prstGeom prst="rect">
            <a:avLst/>
          </a:prstGeom>
        </p:spPr>
        <p:txBody>
          <a:bodyPr wrap="none" lIns="0" rIns="0">
            <a:noAutofit/>
          </a:bodyPr>
          <a:lstStyle>
            <a:lvl1pPr marL="0" indent="0" algn="ctr">
              <a:buNone/>
              <a:defRPr sz="2000">
                <a:solidFill>
                  <a:schemeClr val="accent5"/>
                </a:solidFill>
                <a:latin typeface="Georgia" panose="02040502050405020303" pitchFamily="18" charset="0"/>
              </a:defRPr>
            </a:lvl1pPr>
          </a:lstStyle>
          <a:p>
            <a:pPr lvl="0"/>
            <a:r>
              <a:rPr lang="en-US"/>
              <a:t>X</a:t>
            </a:r>
          </a:p>
        </p:txBody>
      </p:sp>
      <p:sp>
        <p:nvSpPr>
          <p:cNvPr id="17" name="Number">
            <a:extLst>
              <a:ext uri="{FF2B5EF4-FFF2-40B4-BE49-F238E27FC236}">
                <a16:creationId xmlns:a16="http://schemas.microsoft.com/office/drawing/2014/main" id="{D25DA43B-4E3A-394F-B8B3-16A0A25D880E}"/>
              </a:ext>
            </a:extLst>
          </p:cNvPr>
          <p:cNvSpPr>
            <a:spLocks noGrp="1"/>
          </p:cNvSpPr>
          <p:nvPr>
            <p:ph type="body" sz="quarter" idx="13" hasCustomPrompt="1"/>
          </p:nvPr>
        </p:nvSpPr>
        <p:spPr>
          <a:xfrm>
            <a:off x="768095" y="3397254"/>
            <a:ext cx="439953" cy="395562"/>
          </a:xfrm>
          <a:prstGeom prst="rect">
            <a:avLst/>
          </a:prstGeom>
        </p:spPr>
        <p:txBody>
          <a:bodyPr wrap="none" lIns="0" rIns="0">
            <a:noAutofit/>
          </a:bodyPr>
          <a:lstStyle>
            <a:lvl1pPr marL="0" indent="0" algn="ctr">
              <a:buNone/>
              <a:defRPr sz="2000">
                <a:solidFill>
                  <a:schemeClr val="accent5"/>
                </a:solidFill>
                <a:latin typeface="Georgia" panose="02040502050405020303" pitchFamily="18" charset="0"/>
              </a:defRPr>
            </a:lvl1pPr>
          </a:lstStyle>
          <a:p>
            <a:pPr lvl="0"/>
            <a:r>
              <a:rPr lang="en-US"/>
              <a:t>X</a:t>
            </a:r>
          </a:p>
        </p:txBody>
      </p:sp>
      <p:sp>
        <p:nvSpPr>
          <p:cNvPr id="16" name="Number">
            <a:extLst>
              <a:ext uri="{FF2B5EF4-FFF2-40B4-BE49-F238E27FC236}">
                <a16:creationId xmlns:a16="http://schemas.microsoft.com/office/drawing/2014/main" id="{DD2FB6D0-D95C-6242-A795-CCD93D8A20FE}"/>
              </a:ext>
            </a:extLst>
          </p:cNvPr>
          <p:cNvSpPr>
            <a:spLocks noGrp="1"/>
          </p:cNvSpPr>
          <p:nvPr>
            <p:ph type="body" sz="quarter" idx="12" hasCustomPrompt="1"/>
          </p:nvPr>
        </p:nvSpPr>
        <p:spPr>
          <a:xfrm>
            <a:off x="768095" y="2878080"/>
            <a:ext cx="439953" cy="395562"/>
          </a:xfrm>
          <a:prstGeom prst="rect">
            <a:avLst/>
          </a:prstGeom>
        </p:spPr>
        <p:txBody>
          <a:bodyPr wrap="none" lIns="0" rIns="0">
            <a:noAutofit/>
          </a:bodyPr>
          <a:lstStyle>
            <a:lvl1pPr marL="0" indent="0" algn="ctr">
              <a:buNone/>
              <a:defRPr sz="2000">
                <a:solidFill>
                  <a:schemeClr val="accent5"/>
                </a:solidFill>
                <a:latin typeface="Georgia" panose="02040502050405020303" pitchFamily="18" charset="0"/>
              </a:defRPr>
            </a:lvl1pPr>
          </a:lstStyle>
          <a:p>
            <a:pPr lvl="0"/>
            <a:r>
              <a:rPr lang="en-US"/>
              <a:t>X</a:t>
            </a:r>
          </a:p>
        </p:txBody>
      </p:sp>
      <p:sp>
        <p:nvSpPr>
          <p:cNvPr id="15" name="Number">
            <a:extLst>
              <a:ext uri="{FF2B5EF4-FFF2-40B4-BE49-F238E27FC236}">
                <a16:creationId xmlns:a16="http://schemas.microsoft.com/office/drawing/2014/main" id="{06493D53-065B-674D-B762-76404273F0D9}"/>
              </a:ext>
            </a:extLst>
          </p:cNvPr>
          <p:cNvSpPr>
            <a:spLocks noGrp="1"/>
          </p:cNvSpPr>
          <p:nvPr>
            <p:ph type="body" sz="quarter" idx="11" hasCustomPrompt="1"/>
          </p:nvPr>
        </p:nvSpPr>
        <p:spPr>
          <a:xfrm>
            <a:off x="768095" y="2358906"/>
            <a:ext cx="439953" cy="395562"/>
          </a:xfrm>
          <a:prstGeom prst="rect">
            <a:avLst/>
          </a:prstGeom>
        </p:spPr>
        <p:txBody>
          <a:bodyPr wrap="none" lIns="0" rIns="0">
            <a:noAutofit/>
          </a:bodyPr>
          <a:lstStyle>
            <a:lvl1pPr marL="0" indent="0" algn="ctr">
              <a:buNone/>
              <a:defRPr sz="2000">
                <a:solidFill>
                  <a:schemeClr val="accent5"/>
                </a:solidFill>
                <a:latin typeface="Georgia" panose="02040502050405020303" pitchFamily="18" charset="0"/>
              </a:defRPr>
            </a:lvl1pPr>
          </a:lstStyle>
          <a:p>
            <a:pPr lvl="0"/>
            <a:r>
              <a:rPr lang="en-US"/>
              <a:t>X</a:t>
            </a:r>
          </a:p>
        </p:txBody>
      </p:sp>
      <p:sp>
        <p:nvSpPr>
          <p:cNvPr id="13" name="Number">
            <a:extLst>
              <a:ext uri="{FF2B5EF4-FFF2-40B4-BE49-F238E27FC236}">
                <a16:creationId xmlns:a16="http://schemas.microsoft.com/office/drawing/2014/main" id="{85B432C7-6194-C04D-8607-A1DFBA3219E4}"/>
              </a:ext>
            </a:extLst>
          </p:cNvPr>
          <p:cNvSpPr>
            <a:spLocks noGrp="1"/>
          </p:cNvSpPr>
          <p:nvPr>
            <p:ph type="body" sz="quarter" idx="10" hasCustomPrompt="1"/>
          </p:nvPr>
        </p:nvSpPr>
        <p:spPr>
          <a:xfrm>
            <a:off x="768095" y="1839732"/>
            <a:ext cx="439953" cy="395562"/>
          </a:xfrm>
          <a:prstGeom prst="rect">
            <a:avLst/>
          </a:prstGeom>
        </p:spPr>
        <p:txBody>
          <a:bodyPr wrap="none" lIns="0" rIns="0">
            <a:noAutofit/>
          </a:bodyPr>
          <a:lstStyle>
            <a:lvl1pPr marL="0" indent="0" algn="ctr">
              <a:buNone/>
              <a:defRPr sz="2000">
                <a:solidFill>
                  <a:schemeClr val="accent5"/>
                </a:solidFill>
                <a:latin typeface="Georgia" panose="02040502050405020303" pitchFamily="18" charset="0"/>
              </a:defRPr>
            </a:lvl1pPr>
          </a:lstStyle>
          <a:p>
            <a:pPr lvl="0"/>
            <a:r>
              <a:rPr lang="en-US"/>
              <a:t>X</a:t>
            </a:r>
          </a:p>
        </p:txBody>
      </p:sp>
      <p:sp>
        <p:nvSpPr>
          <p:cNvPr id="23" name="Text Field">
            <a:extLst>
              <a:ext uri="{FF2B5EF4-FFF2-40B4-BE49-F238E27FC236}">
                <a16:creationId xmlns:a16="http://schemas.microsoft.com/office/drawing/2014/main" id="{6D1BD307-5E4B-9647-A402-54CF30BEC3C6}"/>
              </a:ext>
            </a:extLst>
          </p:cNvPr>
          <p:cNvSpPr>
            <a:spLocks noGrp="1"/>
          </p:cNvSpPr>
          <p:nvPr>
            <p:ph type="body" idx="19"/>
          </p:nvPr>
        </p:nvSpPr>
        <p:spPr>
          <a:xfrm>
            <a:off x="1371411" y="3916426"/>
            <a:ext cx="10052493" cy="395562"/>
          </a:xfrm>
          <a:prstGeom prst="rect">
            <a:avLst/>
          </a:prstGeom>
        </p:spPr>
        <p:txBody>
          <a:bodyPr wrap="none" lIns="0" rIns="0">
            <a:noAutofit/>
          </a:bodyPr>
          <a:lstStyle>
            <a:lvl1pPr marL="0" indent="0">
              <a:lnSpc>
                <a:spcPct val="100000"/>
              </a:lnSpc>
              <a:spcBef>
                <a:spcPts val="0"/>
              </a:spcBef>
              <a:spcAft>
                <a:spcPts val="1200"/>
              </a:spcAft>
              <a:buSzPct val="70000"/>
              <a:buFont typeface="Arial" panose="020B0604020202020204" pitchFamily="34" charset="0"/>
              <a:buNone/>
              <a:tabLst/>
              <a:defRPr sz="2400" b="0" i="0">
                <a:solidFill>
                  <a:schemeClr val="tx1"/>
                </a:solidFill>
                <a:latin typeface="Oracle Sans" panose="020B0503020204020204" pitchFamily="34" charset="0"/>
                <a:ea typeface="Oracle Sans" panose="020B0503020204020204" pitchFamily="34" charset="0"/>
                <a:cs typeface="Oracle Sans" panose="020B0503020204020204" pitchFamily="34" charset="0"/>
              </a:defRPr>
            </a:lvl1pPr>
            <a:lvl2pPr marL="457200" indent="0">
              <a:buNone/>
              <a:defRPr sz="2000" b="0" i="0">
                <a:solidFill>
                  <a:schemeClr val="tx1">
                    <a:tint val="75000"/>
                  </a:schemeClr>
                </a:solidFill>
              </a:defRPr>
            </a:lvl2pPr>
            <a:lvl3pPr marL="914400" indent="0">
              <a:buNone/>
              <a:defRPr sz="2000" b="0" i="0">
                <a:solidFill>
                  <a:schemeClr val="tx1">
                    <a:tint val="75000"/>
                  </a:schemeClr>
                </a:solidFill>
              </a:defRPr>
            </a:lvl3pPr>
            <a:lvl4pPr marL="1371600" indent="0">
              <a:buNone/>
              <a:defRPr sz="2000" b="0" i="0">
                <a:solidFill>
                  <a:schemeClr val="tx1">
                    <a:tint val="75000"/>
                  </a:schemeClr>
                </a:solidFill>
              </a:defRPr>
            </a:lvl4pPr>
            <a:lvl5pPr marL="1828800" indent="0">
              <a:buNone/>
              <a:defRPr sz="2000" b="0" i="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22" name="Text Field">
            <a:extLst>
              <a:ext uri="{FF2B5EF4-FFF2-40B4-BE49-F238E27FC236}">
                <a16:creationId xmlns:a16="http://schemas.microsoft.com/office/drawing/2014/main" id="{A5DE72B7-8353-7C47-A8C2-69DED713D179}"/>
              </a:ext>
            </a:extLst>
          </p:cNvPr>
          <p:cNvSpPr>
            <a:spLocks noGrp="1"/>
          </p:cNvSpPr>
          <p:nvPr>
            <p:ph type="body" idx="18"/>
          </p:nvPr>
        </p:nvSpPr>
        <p:spPr>
          <a:xfrm>
            <a:off x="1371411" y="3397229"/>
            <a:ext cx="10052493" cy="395562"/>
          </a:xfrm>
          <a:prstGeom prst="rect">
            <a:avLst/>
          </a:prstGeom>
        </p:spPr>
        <p:txBody>
          <a:bodyPr wrap="none" lIns="0" rIns="0">
            <a:noAutofit/>
          </a:bodyPr>
          <a:lstStyle>
            <a:lvl1pPr marL="0" indent="0">
              <a:lnSpc>
                <a:spcPct val="100000"/>
              </a:lnSpc>
              <a:spcBef>
                <a:spcPts val="0"/>
              </a:spcBef>
              <a:spcAft>
                <a:spcPts val="1200"/>
              </a:spcAft>
              <a:buSzPct val="70000"/>
              <a:buFont typeface="Arial" panose="020B0604020202020204" pitchFamily="34" charset="0"/>
              <a:buNone/>
              <a:tabLst/>
              <a:defRPr sz="2400" b="0" i="0">
                <a:solidFill>
                  <a:schemeClr val="tx1"/>
                </a:solidFill>
                <a:latin typeface="Oracle Sans" panose="020B0503020204020204" pitchFamily="34" charset="0"/>
                <a:ea typeface="Oracle Sans" panose="020B0503020204020204" pitchFamily="34" charset="0"/>
                <a:cs typeface="Oracle Sans" panose="020B0503020204020204" pitchFamily="34" charset="0"/>
              </a:defRPr>
            </a:lvl1pPr>
            <a:lvl2pPr marL="457200" indent="0">
              <a:buNone/>
              <a:defRPr sz="2000" b="0" i="0">
                <a:solidFill>
                  <a:schemeClr val="tx1">
                    <a:tint val="75000"/>
                  </a:schemeClr>
                </a:solidFill>
              </a:defRPr>
            </a:lvl2pPr>
            <a:lvl3pPr marL="914400" indent="0">
              <a:buNone/>
              <a:defRPr sz="2000" b="0" i="0">
                <a:solidFill>
                  <a:schemeClr val="tx1">
                    <a:tint val="75000"/>
                  </a:schemeClr>
                </a:solidFill>
              </a:defRPr>
            </a:lvl3pPr>
            <a:lvl4pPr marL="1371600" indent="0">
              <a:buNone/>
              <a:defRPr sz="2000" b="0" i="0">
                <a:solidFill>
                  <a:schemeClr val="tx1">
                    <a:tint val="75000"/>
                  </a:schemeClr>
                </a:solidFill>
              </a:defRPr>
            </a:lvl4pPr>
            <a:lvl5pPr marL="1828800" indent="0">
              <a:buNone/>
              <a:defRPr sz="2000" b="0" i="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20" name="Text Field">
            <a:extLst>
              <a:ext uri="{FF2B5EF4-FFF2-40B4-BE49-F238E27FC236}">
                <a16:creationId xmlns:a16="http://schemas.microsoft.com/office/drawing/2014/main" id="{35FDD008-E0E6-4746-AB5B-78D012E92B2E}"/>
              </a:ext>
            </a:extLst>
          </p:cNvPr>
          <p:cNvSpPr>
            <a:spLocks noGrp="1"/>
          </p:cNvSpPr>
          <p:nvPr>
            <p:ph type="body" idx="17"/>
          </p:nvPr>
        </p:nvSpPr>
        <p:spPr>
          <a:xfrm>
            <a:off x="1371411" y="2878032"/>
            <a:ext cx="10052493" cy="395562"/>
          </a:xfrm>
          <a:prstGeom prst="rect">
            <a:avLst/>
          </a:prstGeom>
        </p:spPr>
        <p:txBody>
          <a:bodyPr wrap="none" lIns="0" rIns="0">
            <a:noAutofit/>
          </a:bodyPr>
          <a:lstStyle>
            <a:lvl1pPr marL="0" indent="0">
              <a:lnSpc>
                <a:spcPct val="100000"/>
              </a:lnSpc>
              <a:spcBef>
                <a:spcPts val="0"/>
              </a:spcBef>
              <a:spcAft>
                <a:spcPts val="1200"/>
              </a:spcAft>
              <a:buSzPct val="70000"/>
              <a:buFont typeface="Arial" panose="020B0604020202020204" pitchFamily="34" charset="0"/>
              <a:buNone/>
              <a:tabLst/>
              <a:defRPr sz="2400" b="0" i="0">
                <a:solidFill>
                  <a:schemeClr val="tx1"/>
                </a:solidFill>
                <a:latin typeface="Oracle Sans" panose="020B0503020204020204" pitchFamily="34" charset="0"/>
                <a:ea typeface="Oracle Sans" panose="020B0503020204020204" pitchFamily="34" charset="0"/>
                <a:cs typeface="Oracle Sans" panose="020B0503020204020204" pitchFamily="34" charset="0"/>
              </a:defRPr>
            </a:lvl1pPr>
            <a:lvl2pPr marL="457200" indent="0">
              <a:buNone/>
              <a:defRPr sz="2000" b="0" i="0">
                <a:solidFill>
                  <a:schemeClr val="tx1">
                    <a:tint val="75000"/>
                  </a:schemeClr>
                </a:solidFill>
              </a:defRPr>
            </a:lvl2pPr>
            <a:lvl3pPr marL="914400" indent="0">
              <a:buNone/>
              <a:defRPr sz="2000" b="0" i="0">
                <a:solidFill>
                  <a:schemeClr val="tx1">
                    <a:tint val="75000"/>
                  </a:schemeClr>
                </a:solidFill>
              </a:defRPr>
            </a:lvl3pPr>
            <a:lvl4pPr marL="1371600" indent="0">
              <a:buNone/>
              <a:defRPr sz="2000" b="0" i="0">
                <a:solidFill>
                  <a:schemeClr val="tx1">
                    <a:tint val="75000"/>
                  </a:schemeClr>
                </a:solidFill>
              </a:defRPr>
            </a:lvl4pPr>
            <a:lvl5pPr marL="1828800" indent="0">
              <a:buNone/>
              <a:defRPr sz="2000" b="0" i="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9" name="Text Field">
            <a:extLst>
              <a:ext uri="{FF2B5EF4-FFF2-40B4-BE49-F238E27FC236}">
                <a16:creationId xmlns:a16="http://schemas.microsoft.com/office/drawing/2014/main" id="{53E966DA-E5B9-074E-B0AA-F5451AF51BAE}"/>
              </a:ext>
            </a:extLst>
          </p:cNvPr>
          <p:cNvSpPr>
            <a:spLocks noGrp="1"/>
          </p:cNvSpPr>
          <p:nvPr>
            <p:ph type="body" idx="16"/>
          </p:nvPr>
        </p:nvSpPr>
        <p:spPr>
          <a:xfrm>
            <a:off x="1371411" y="2358835"/>
            <a:ext cx="10052493" cy="395562"/>
          </a:xfrm>
          <a:prstGeom prst="rect">
            <a:avLst/>
          </a:prstGeom>
        </p:spPr>
        <p:txBody>
          <a:bodyPr wrap="none" lIns="0" rIns="0">
            <a:noAutofit/>
          </a:bodyPr>
          <a:lstStyle>
            <a:lvl1pPr marL="0" indent="0">
              <a:lnSpc>
                <a:spcPct val="100000"/>
              </a:lnSpc>
              <a:spcBef>
                <a:spcPts val="0"/>
              </a:spcBef>
              <a:spcAft>
                <a:spcPts val="1200"/>
              </a:spcAft>
              <a:buSzPct val="70000"/>
              <a:buFont typeface="Arial" panose="020B0604020202020204" pitchFamily="34" charset="0"/>
              <a:buNone/>
              <a:tabLst/>
              <a:defRPr sz="2400" b="0" i="0">
                <a:solidFill>
                  <a:schemeClr val="tx1"/>
                </a:solidFill>
                <a:latin typeface="Oracle Sans" panose="020B0503020204020204" pitchFamily="34" charset="0"/>
                <a:ea typeface="Oracle Sans" panose="020B0503020204020204" pitchFamily="34" charset="0"/>
                <a:cs typeface="Oracle Sans" panose="020B0503020204020204" pitchFamily="34" charset="0"/>
              </a:defRPr>
            </a:lvl1pPr>
            <a:lvl2pPr marL="457200" indent="0">
              <a:buNone/>
              <a:defRPr sz="2000" b="0" i="0">
                <a:solidFill>
                  <a:schemeClr val="tx1">
                    <a:tint val="75000"/>
                  </a:schemeClr>
                </a:solidFill>
              </a:defRPr>
            </a:lvl2pPr>
            <a:lvl3pPr marL="914400" indent="0">
              <a:buNone/>
              <a:defRPr sz="2000" b="0" i="0">
                <a:solidFill>
                  <a:schemeClr val="tx1">
                    <a:tint val="75000"/>
                  </a:schemeClr>
                </a:solidFill>
              </a:defRPr>
            </a:lvl3pPr>
            <a:lvl4pPr marL="1371600" indent="0">
              <a:buNone/>
              <a:defRPr sz="2000" b="0" i="0">
                <a:solidFill>
                  <a:schemeClr val="tx1">
                    <a:tint val="75000"/>
                  </a:schemeClr>
                </a:solidFill>
              </a:defRPr>
            </a:lvl4pPr>
            <a:lvl5pPr marL="1828800" indent="0">
              <a:buNone/>
              <a:defRPr sz="2000" b="0" i="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3" name="Text Field">
            <a:extLst>
              <a:ext uri="{FF2B5EF4-FFF2-40B4-BE49-F238E27FC236}">
                <a16:creationId xmlns:a16="http://schemas.microsoft.com/office/drawing/2014/main" id="{FD86EFD9-8225-47A7-9DFF-A350F67E94AA}"/>
              </a:ext>
            </a:extLst>
          </p:cNvPr>
          <p:cNvSpPr>
            <a:spLocks noGrp="1"/>
          </p:cNvSpPr>
          <p:nvPr>
            <p:ph type="body" idx="1"/>
          </p:nvPr>
        </p:nvSpPr>
        <p:spPr>
          <a:xfrm>
            <a:off x="1371411" y="1839638"/>
            <a:ext cx="10052493" cy="395562"/>
          </a:xfrm>
          <a:prstGeom prst="rect">
            <a:avLst/>
          </a:prstGeom>
        </p:spPr>
        <p:txBody>
          <a:bodyPr wrap="none" lIns="0" rIns="0">
            <a:noAutofit/>
          </a:bodyPr>
          <a:lstStyle>
            <a:lvl1pPr marL="0" indent="0">
              <a:lnSpc>
                <a:spcPct val="100000"/>
              </a:lnSpc>
              <a:spcBef>
                <a:spcPts val="0"/>
              </a:spcBef>
              <a:spcAft>
                <a:spcPts val="1200"/>
              </a:spcAft>
              <a:buSzPct val="70000"/>
              <a:buFont typeface="Arial" panose="020B0604020202020204" pitchFamily="34" charset="0"/>
              <a:buNone/>
              <a:tabLst/>
              <a:defRPr sz="2400" b="0" i="0">
                <a:solidFill>
                  <a:schemeClr val="tx1"/>
                </a:solidFill>
                <a:latin typeface="Oracle Sans" panose="020B0503020204020204" pitchFamily="34" charset="0"/>
                <a:ea typeface="Oracle Sans" panose="020B0503020204020204" pitchFamily="34" charset="0"/>
                <a:cs typeface="Oracle Sans" panose="020B0503020204020204" pitchFamily="34" charset="0"/>
              </a:defRPr>
            </a:lvl1pPr>
            <a:lvl2pPr marL="457200" indent="0">
              <a:buNone/>
              <a:defRPr sz="2000" b="0" i="0">
                <a:solidFill>
                  <a:schemeClr val="tx1">
                    <a:tint val="75000"/>
                  </a:schemeClr>
                </a:solidFill>
              </a:defRPr>
            </a:lvl2pPr>
            <a:lvl3pPr marL="914400" indent="0">
              <a:buNone/>
              <a:defRPr sz="2000" b="0" i="0">
                <a:solidFill>
                  <a:schemeClr val="tx1">
                    <a:tint val="75000"/>
                  </a:schemeClr>
                </a:solidFill>
              </a:defRPr>
            </a:lvl3pPr>
            <a:lvl4pPr marL="1371600" indent="0">
              <a:buNone/>
              <a:defRPr sz="2000" b="0" i="0">
                <a:solidFill>
                  <a:schemeClr val="tx1">
                    <a:tint val="75000"/>
                  </a:schemeClr>
                </a:solidFill>
              </a:defRPr>
            </a:lvl4pPr>
            <a:lvl5pPr marL="1828800" indent="0">
              <a:buNone/>
              <a:defRPr sz="2000" b="0" i="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30" name="Accent Mark">
            <a:extLst>
              <a:ext uri="{FF2B5EF4-FFF2-40B4-BE49-F238E27FC236}">
                <a16:creationId xmlns:a16="http://schemas.microsoft.com/office/drawing/2014/main" id="{27BF9EF6-C607-E74B-BE4E-C1CEE539A463}"/>
              </a:ext>
            </a:extLst>
          </p:cNvPr>
          <p:cNvCxnSpPr>
            <a:cxnSpLocks/>
          </p:cNvCxnSpPr>
          <p:nvPr userDrawn="1"/>
        </p:nvCxnSpPr>
        <p:spPr>
          <a:xfrm flipH="1">
            <a:off x="768095" y="1584959"/>
            <a:ext cx="320040" cy="0"/>
          </a:xfrm>
          <a:prstGeom prst="line">
            <a:avLst/>
          </a:prstGeom>
          <a:ln w="38100" cap="flat">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21" name="Title">
            <a:extLst>
              <a:ext uri="{FF2B5EF4-FFF2-40B4-BE49-F238E27FC236}">
                <a16:creationId xmlns:a16="http://schemas.microsoft.com/office/drawing/2014/main" id="{1F2D107A-3A71-E74E-9042-888785621363}"/>
              </a:ext>
            </a:extLst>
          </p:cNvPr>
          <p:cNvSpPr>
            <a:spLocks noGrp="1"/>
          </p:cNvSpPr>
          <p:nvPr>
            <p:ph type="body" sz="quarter" idx="20" hasCustomPrompt="1"/>
          </p:nvPr>
        </p:nvSpPr>
        <p:spPr>
          <a:xfrm>
            <a:off x="762000" y="508000"/>
            <a:ext cx="10671048" cy="822960"/>
          </a:xfrm>
        </p:spPr>
        <p:txBody>
          <a:bodyPr anchor="b" anchorCtr="0"/>
          <a:lstStyle>
            <a:lvl1pPr>
              <a:defRPr sz="2400" b="1"/>
            </a:lvl1pPr>
          </a:lstStyle>
          <a:p>
            <a:pPr lvl="0"/>
            <a:r>
              <a:rPr lang="en-US"/>
              <a:t>Title</a:t>
            </a:r>
          </a:p>
        </p:txBody>
      </p:sp>
      <p:pic>
        <p:nvPicPr>
          <p:cNvPr id="24" name="Abstract Pattern Strip">
            <a:extLst>
              <a:ext uri="{FF2B5EF4-FFF2-40B4-BE49-F238E27FC236}">
                <a16:creationId xmlns:a16="http://schemas.microsoft.com/office/drawing/2014/main" id="{6389BC6F-934C-3E4C-8EFF-C5723C482C6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0"/>
            <a:ext cx="12192000" cy="254000"/>
          </a:xfrm>
          <a:prstGeom prst="rect">
            <a:avLst/>
          </a:prstGeom>
        </p:spPr>
      </p:pic>
    </p:spTree>
    <p:extLst>
      <p:ext uri="{BB962C8B-B14F-4D97-AF65-F5344CB8AC3E}">
        <p14:creationId xmlns:p14="http://schemas.microsoft.com/office/powerpoint/2010/main" val="2168543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_Light - Title Only">
    <p:bg>
      <p:bgPr>
        <a:solidFill>
          <a:schemeClr val="bg2"/>
        </a:solidFill>
        <a:effectLst/>
      </p:bgPr>
    </p:bg>
    <p:spTree>
      <p:nvGrpSpPr>
        <p:cNvPr id="1" name=""/>
        <p:cNvGrpSpPr/>
        <p:nvPr/>
      </p:nvGrpSpPr>
      <p:grpSpPr>
        <a:xfrm>
          <a:off x="0" y="0"/>
          <a:ext cx="0" cy="0"/>
          <a:chOff x="0" y="0"/>
          <a:chExt cx="0" cy="0"/>
        </a:xfrm>
      </p:grpSpPr>
      <p:pic>
        <p:nvPicPr>
          <p:cNvPr id="20" name="Data Texture Cloud">
            <a:extLst>
              <a:ext uri="{FF2B5EF4-FFF2-40B4-BE49-F238E27FC236}">
                <a16:creationId xmlns:a16="http://schemas.microsoft.com/office/drawing/2014/main" id="{9450FB77-997D-6A45-B0F4-D18F7B9C7A4E}"/>
              </a:ext>
            </a:extLst>
          </p:cNvPr>
          <p:cNvPicPr>
            <a:picLocks noChangeAspect="1"/>
          </p:cNvPicPr>
          <p:nvPr userDrawn="1"/>
        </p:nvPicPr>
        <p:blipFill rotWithShape="1">
          <a:blip r:embed="rId2">
            <a:alphaModFix amt="80000"/>
            <a:extLst>
              <a:ext uri="{28A0092B-C50C-407E-A947-70E740481C1C}">
                <a14:useLocalDpi xmlns:a14="http://schemas.microsoft.com/office/drawing/2010/main" val="0"/>
              </a:ext>
            </a:extLst>
          </a:blip>
          <a:srcRect r="48609"/>
          <a:stretch/>
        </p:blipFill>
        <p:spPr>
          <a:xfrm>
            <a:off x="9881411" y="521208"/>
            <a:ext cx="2310589" cy="1700784"/>
          </a:xfrm>
          <a:prstGeom prst="rect">
            <a:avLst/>
          </a:prstGeom>
        </p:spPr>
      </p:pic>
      <p:pic>
        <p:nvPicPr>
          <p:cNvPr id="17" name="OTag">
            <a:extLst>
              <a:ext uri="{FF2B5EF4-FFF2-40B4-BE49-F238E27FC236}">
                <a16:creationId xmlns:a16="http://schemas.microsoft.com/office/drawing/2014/main" id="{E92E3AB4-CA2B-2947-A479-6006EC506B3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12" name="Footer">
            <a:extLst>
              <a:ext uri="{FF2B5EF4-FFF2-40B4-BE49-F238E27FC236}">
                <a16:creationId xmlns:a16="http://schemas.microsoft.com/office/drawing/2014/main" id="{094BB478-39FC-BC45-B020-64CE083CBD80}"/>
              </a:ext>
            </a:extLst>
          </p:cNvPr>
          <p:cNvSpPr>
            <a:spLocks noGrp="1"/>
          </p:cNvSpPr>
          <p:nvPr>
            <p:ph type="ftr" sz="quarter" idx="3"/>
          </p:nvPr>
        </p:nvSpPr>
        <p:spPr>
          <a:xfrm>
            <a:off x="1127759" y="6423978"/>
            <a:ext cx="5745379" cy="365125"/>
          </a:xfrm>
          <a:prstGeom prst="rect">
            <a:avLst/>
          </a:prstGeom>
        </p:spPr>
        <p:txBody>
          <a:bodyPr vert="horz" lIns="0" tIns="0" rIns="0" bIns="0" rtlCol="0" anchor="ctr"/>
          <a:lstStyle>
            <a:lvl1pPr algn="l">
              <a:defRPr sz="1000">
                <a:solidFill>
                  <a:srgbClr val="8B8580"/>
                </a:solidFill>
              </a:defRPr>
            </a:lvl1pPr>
          </a:lstStyle>
          <a:p>
            <a:r>
              <a:rPr lang="en-US"/>
              <a:t>Copyright © 2025, Oracle and/or its affiliates  |  Confidential: Internal/Restricted/Highly Restricted</a:t>
            </a:r>
          </a:p>
        </p:txBody>
      </p:sp>
      <p:sp>
        <p:nvSpPr>
          <p:cNvPr id="13" name="Slide Number">
            <a:extLst>
              <a:ext uri="{FF2B5EF4-FFF2-40B4-BE49-F238E27FC236}">
                <a16:creationId xmlns:a16="http://schemas.microsoft.com/office/drawing/2014/main" id="{AA183BAF-A3AC-2441-881F-3E02660F877B}"/>
              </a:ext>
            </a:extLst>
          </p:cNvPr>
          <p:cNvSpPr>
            <a:spLocks noGrp="1"/>
          </p:cNvSpPr>
          <p:nvPr>
            <p:ph type="sldNum" sz="quarter" idx="4"/>
          </p:nvPr>
        </p:nvSpPr>
        <p:spPr>
          <a:xfrm>
            <a:off x="762000" y="6423660"/>
            <a:ext cx="365760" cy="365760"/>
          </a:xfrm>
          <a:prstGeom prst="rect">
            <a:avLst/>
          </a:prstGeom>
        </p:spPr>
        <p:txBody>
          <a:bodyPr vert="horz" lIns="0" tIns="0" rIns="0" bIns="0" rtlCol="0" anchor="ctr"/>
          <a:lstStyle>
            <a:lvl1pPr algn="l">
              <a:defRPr sz="1000">
                <a:solidFill>
                  <a:srgbClr val="8B8580"/>
                </a:solidFill>
              </a:defRPr>
            </a:lvl1pPr>
          </a:lstStyle>
          <a:p>
            <a:fld id="{345D60D9-5372-5F40-9443-0F9AE5BDC3C8}" type="slidenum">
              <a:rPr lang="en-US" smtClean="0"/>
              <a:pPr/>
              <a:t>‹#›</a:t>
            </a:fld>
            <a:endParaRPr lang="en-US"/>
          </a:p>
        </p:txBody>
      </p:sp>
      <p:cxnSp>
        <p:nvCxnSpPr>
          <p:cNvPr id="14" name="Accent Mark">
            <a:extLst>
              <a:ext uri="{FF2B5EF4-FFF2-40B4-BE49-F238E27FC236}">
                <a16:creationId xmlns:a16="http://schemas.microsoft.com/office/drawing/2014/main" id="{034E11FD-0B1E-6B44-8BDF-4C70FAA7BAAB}"/>
              </a:ext>
            </a:extLst>
          </p:cNvPr>
          <p:cNvCxnSpPr>
            <a:cxnSpLocks/>
          </p:cNvCxnSpPr>
          <p:nvPr userDrawn="1"/>
        </p:nvCxnSpPr>
        <p:spPr>
          <a:xfrm flipH="1">
            <a:off x="768095" y="1584959"/>
            <a:ext cx="320040" cy="0"/>
          </a:xfrm>
          <a:prstGeom prst="line">
            <a:avLst/>
          </a:prstGeom>
          <a:ln w="38100" cap="flat">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4" name="Title">
            <a:extLst>
              <a:ext uri="{FF2B5EF4-FFF2-40B4-BE49-F238E27FC236}">
                <a16:creationId xmlns:a16="http://schemas.microsoft.com/office/drawing/2014/main" id="{8CF093CC-9165-2740-A9A1-C2DF5C8D69CB}"/>
              </a:ext>
            </a:extLst>
          </p:cNvPr>
          <p:cNvSpPr>
            <a:spLocks noGrp="1"/>
          </p:cNvSpPr>
          <p:nvPr>
            <p:ph type="body" sz="quarter" idx="10" hasCustomPrompt="1"/>
          </p:nvPr>
        </p:nvSpPr>
        <p:spPr>
          <a:xfrm>
            <a:off x="762000" y="508000"/>
            <a:ext cx="10671048" cy="822960"/>
          </a:xfrm>
        </p:spPr>
        <p:txBody>
          <a:bodyPr anchor="b" anchorCtr="0"/>
          <a:lstStyle>
            <a:lvl1pPr>
              <a:defRPr sz="2400" b="1"/>
            </a:lvl1pPr>
          </a:lstStyle>
          <a:p>
            <a:pPr lvl="0"/>
            <a:r>
              <a:rPr lang="en-US"/>
              <a:t>Title</a:t>
            </a:r>
          </a:p>
        </p:txBody>
      </p:sp>
      <p:pic>
        <p:nvPicPr>
          <p:cNvPr id="10" name="Abstract Pattern Strip">
            <a:extLst>
              <a:ext uri="{FF2B5EF4-FFF2-40B4-BE49-F238E27FC236}">
                <a16:creationId xmlns:a16="http://schemas.microsoft.com/office/drawing/2014/main" id="{F8EAAC4E-E42A-FD43-B6C4-901DD6D04973}"/>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0"/>
            <a:ext cx="12192000" cy="254000"/>
          </a:xfrm>
          <a:prstGeom prst="rect">
            <a:avLst/>
          </a:prstGeom>
        </p:spPr>
      </p:pic>
    </p:spTree>
    <p:extLst>
      <p:ext uri="{BB962C8B-B14F-4D97-AF65-F5344CB8AC3E}">
        <p14:creationId xmlns:p14="http://schemas.microsoft.com/office/powerpoint/2010/main" val="1665172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Light - Thank You">
    <p:bg>
      <p:bgPr>
        <a:solidFill>
          <a:schemeClr val="bg2"/>
        </a:solidFill>
        <a:effectLst/>
      </p:bgPr>
    </p:bg>
    <p:spTree>
      <p:nvGrpSpPr>
        <p:cNvPr id="1" name=""/>
        <p:cNvGrpSpPr/>
        <p:nvPr/>
      </p:nvGrpSpPr>
      <p:grpSpPr>
        <a:xfrm>
          <a:off x="0" y="0"/>
          <a:ext cx="0" cy="0"/>
          <a:chOff x="0" y="0"/>
          <a:chExt cx="0" cy="0"/>
        </a:xfrm>
      </p:grpSpPr>
      <p:pic>
        <p:nvPicPr>
          <p:cNvPr id="14" name="Abstract Illustration">
            <a:extLst>
              <a:ext uri="{FF2B5EF4-FFF2-40B4-BE49-F238E27FC236}">
                <a16:creationId xmlns:a16="http://schemas.microsoft.com/office/drawing/2014/main" id="{49F92AE8-C0F0-CF4B-B569-964245B0041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096000" y="4898"/>
            <a:ext cx="6096000" cy="6858000"/>
          </a:xfrm>
          <a:prstGeom prst="rect">
            <a:avLst/>
          </a:prstGeom>
        </p:spPr>
      </p:pic>
      <p:pic>
        <p:nvPicPr>
          <p:cNvPr id="26" name="OTag">
            <a:extLst>
              <a:ext uri="{FF2B5EF4-FFF2-40B4-BE49-F238E27FC236}">
                <a16:creationId xmlns:a16="http://schemas.microsoft.com/office/drawing/2014/main" id="{42D6F87D-23AA-1D42-BDBA-F6833AC9A0E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15" name="Footer">
            <a:extLst>
              <a:ext uri="{FF2B5EF4-FFF2-40B4-BE49-F238E27FC236}">
                <a16:creationId xmlns:a16="http://schemas.microsoft.com/office/drawing/2014/main" id="{AC796A58-6878-0644-885E-17721EE64E2C}"/>
              </a:ext>
            </a:extLst>
          </p:cNvPr>
          <p:cNvSpPr>
            <a:spLocks noGrp="1"/>
          </p:cNvSpPr>
          <p:nvPr>
            <p:ph type="ftr" sz="quarter" idx="3"/>
          </p:nvPr>
        </p:nvSpPr>
        <p:spPr>
          <a:xfrm>
            <a:off x="1127759" y="6423978"/>
            <a:ext cx="5745379" cy="365125"/>
          </a:xfrm>
          <a:prstGeom prst="rect">
            <a:avLst/>
          </a:prstGeom>
        </p:spPr>
        <p:txBody>
          <a:bodyPr vert="horz" lIns="0" tIns="0" rIns="0" bIns="0" rtlCol="0" anchor="ctr"/>
          <a:lstStyle>
            <a:lvl1pPr algn="l">
              <a:defRPr sz="1000">
                <a:solidFill>
                  <a:srgbClr val="8B8580"/>
                </a:solidFill>
              </a:defRPr>
            </a:lvl1pPr>
          </a:lstStyle>
          <a:p>
            <a:r>
              <a:rPr lang="en-US"/>
              <a:t>Copyright © 2025, Oracle and/or its affiliates  |  Confidential: Internal/Restricted/Highly Restricted</a:t>
            </a:r>
          </a:p>
        </p:txBody>
      </p:sp>
      <p:sp>
        <p:nvSpPr>
          <p:cNvPr id="16" name="Slide Number">
            <a:extLst>
              <a:ext uri="{FF2B5EF4-FFF2-40B4-BE49-F238E27FC236}">
                <a16:creationId xmlns:a16="http://schemas.microsoft.com/office/drawing/2014/main" id="{D3FFBA5B-62FF-264E-B8E4-FF1CAC709E11}"/>
              </a:ext>
            </a:extLst>
          </p:cNvPr>
          <p:cNvSpPr>
            <a:spLocks noGrp="1"/>
          </p:cNvSpPr>
          <p:nvPr>
            <p:ph type="sldNum" sz="quarter" idx="4"/>
          </p:nvPr>
        </p:nvSpPr>
        <p:spPr>
          <a:xfrm>
            <a:off x="762000" y="6423660"/>
            <a:ext cx="365760" cy="365760"/>
          </a:xfrm>
          <a:prstGeom prst="rect">
            <a:avLst/>
          </a:prstGeom>
        </p:spPr>
        <p:txBody>
          <a:bodyPr vert="horz" lIns="0" tIns="0" rIns="0" bIns="0" rtlCol="0" anchor="ctr"/>
          <a:lstStyle>
            <a:lvl1pPr algn="l">
              <a:defRPr sz="1000">
                <a:solidFill>
                  <a:srgbClr val="8B8580"/>
                </a:solidFill>
              </a:defRPr>
            </a:lvl1pPr>
          </a:lstStyle>
          <a:p>
            <a:fld id="{345D60D9-5372-5F40-9443-0F9AE5BDC3C8}" type="slidenum">
              <a:rPr lang="en-US" smtClean="0"/>
              <a:pPr/>
              <a:t>‹#›</a:t>
            </a:fld>
            <a:endParaRPr lang="en-US"/>
          </a:p>
        </p:txBody>
      </p:sp>
      <p:sp>
        <p:nvSpPr>
          <p:cNvPr id="10" name="Text Field">
            <a:extLst>
              <a:ext uri="{FF2B5EF4-FFF2-40B4-BE49-F238E27FC236}">
                <a16:creationId xmlns:a16="http://schemas.microsoft.com/office/drawing/2014/main" id="{283762D0-0D31-A347-AD9E-095398CD17C5}"/>
              </a:ext>
            </a:extLst>
          </p:cNvPr>
          <p:cNvSpPr>
            <a:spLocks noGrp="1"/>
          </p:cNvSpPr>
          <p:nvPr>
            <p:ph type="body" sz="quarter" idx="36"/>
          </p:nvPr>
        </p:nvSpPr>
        <p:spPr>
          <a:xfrm>
            <a:off x="762000" y="5152453"/>
            <a:ext cx="5029200" cy="895181"/>
          </a:xfrm>
        </p:spPr>
        <p:txBody>
          <a:bodyPr>
            <a:noAutofit/>
          </a:bodyPr>
          <a:lstStyle>
            <a:lvl1pPr>
              <a:defRPr/>
            </a:lvl1pPr>
          </a:lstStyle>
          <a:p>
            <a:pPr lvl="0"/>
            <a:r>
              <a:rPr lang="en-US"/>
              <a:t>Click to edit Master text styles</a:t>
            </a:r>
          </a:p>
        </p:txBody>
      </p:sp>
      <p:sp>
        <p:nvSpPr>
          <p:cNvPr id="11" name="Text Field">
            <a:extLst>
              <a:ext uri="{FF2B5EF4-FFF2-40B4-BE49-F238E27FC236}">
                <a16:creationId xmlns:a16="http://schemas.microsoft.com/office/drawing/2014/main" id="{F273E805-B8FF-F84B-99E6-4636F8BD3EBF}"/>
              </a:ext>
            </a:extLst>
          </p:cNvPr>
          <p:cNvSpPr>
            <a:spLocks noGrp="1"/>
          </p:cNvSpPr>
          <p:nvPr>
            <p:ph type="body" sz="quarter" idx="37"/>
          </p:nvPr>
        </p:nvSpPr>
        <p:spPr>
          <a:xfrm>
            <a:off x="762000" y="4814860"/>
            <a:ext cx="5029200" cy="266291"/>
          </a:xfrm>
        </p:spPr>
        <p:txBody>
          <a:bodyPr>
            <a:noAutofit/>
          </a:bodyPr>
          <a:lstStyle>
            <a:lvl1pPr>
              <a:defRPr b="1"/>
            </a:lvl1pPr>
          </a:lstStyle>
          <a:p>
            <a:pPr lvl="0"/>
            <a:r>
              <a:rPr lang="en-US"/>
              <a:t>Click to edit Master text styles</a:t>
            </a:r>
          </a:p>
        </p:txBody>
      </p:sp>
      <p:cxnSp>
        <p:nvCxnSpPr>
          <p:cNvPr id="13" name="Accent Mark">
            <a:extLst>
              <a:ext uri="{FF2B5EF4-FFF2-40B4-BE49-F238E27FC236}">
                <a16:creationId xmlns:a16="http://schemas.microsoft.com/office/drawing/2014/main" id="{8E2FAFB4-C5ED-BC4A-844D-BB78D3D28B90}"/>
              </a:ext>
            </a:extLst>
          </p:cNvPr>
          <p:cNvCxnSpPr>
            <a:cxnSpLocks/>
          </p:cNvCxnSpPr>
          <p:nvPr userDrawn="1"/>
        </p:nvCxnSpPr>
        <p:spPr>
          <a:xfrm flipH="1">
            <a:off x="768098" y="4561089"/>
            <a:ext cx="320040" cy="0"/>
          </a:xfrm>
          <a:prstGeom prst="line">
            <a:avLst/>
          </a:prstGeom>
          <a:ln w="38100" cap="flat">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2" name="Thank You">
            <a:extLst>
              <a:ext uri="{FF2B5EF4-FFF2-40B4-BE49-F238E27FC236}">
                <a16:creationId xmlns:a16="http://schemas.microsoft.com/office/drawing/2014/main" id="{1A667D4A-FE6C-2E44-8B9A-7F595154584C}"/>
              </a:ext>
            </a:extLst>
          </p:cNvPr>
          <p:cNvSpPr>
            <a:spLocks noGrp="1"/>
          </p:cNvSpPr>
          <p:nvPr>
            <p:ph type="body" sz="quarter" idx="15" hasCustomPrompt="1"/>
          </p:nvPr>
        </p:nvSpPr>
        <p:spPr>
          <a:xfrm>
            <a:off x="762001" y="3814489"/>
            <a:ext cx="5029200" cy="492443"/>
          </a:xfrm>
          <a:prstGeom prst="rect">
            <a:avLst/>
          </a:prstGeom>
        </p:spPr>
        <p:txBody>
          <a:bodyPr lIns="0" anchor="b" anchorCtr="0">
            <a:noAutofit/>
          </a:bodyPr>
          <a:lstStyle>
            <a:lvl1pPr marL="0" indent="0" algn="l" fontAlgn="t">
              <a:lnSpc>
                <a:spcPct val="100000"/>
              </a:lnSpc>
              <a:spcBef>
                <a:spcPts val="0"/>
              </a:spcBef>
              <a:buNone/>
              <a:defRPr sz="3200" b="0" i="0">
                <a:latin typeface="+mj-lt"/>
                <a:cs typeface="Oracle Sans" panose="020B0503020204020204" pitchFamily="34" charset="0"/>
              </a:defRPr>
            </a:lvl1pPr>
          </a:lstStyle>
          <a:p>
            <a:pPr lvl="0"/>
            <a:r>
              <a:rPr lang="en-US"/>
              <a:t>Thank you</a:t>
            </a:r>
          </a:p>
        </p:txBody>
      </p:sp>
    </p:spTree>
    <p:extLst>
      <p:ext uri="{BB962C8B-B14F-4D97-AF65-F5344CB8AC3E}">
        <p14:creationId xmlns:p14="http://schemas.microsoft.com/office/powerpoint/2010/main" val="1413839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Light - Numbered Outline 2 Column">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CACCDE9-9415-4B6A-88C5-02BDAA76AAC8}"/>
              </a:ext>
            </a:extLst>
          </p:cNvPr>
          <p:cNvSpPr>
            <a:spLocks noGrp="1"/>
          </p:cNvSpPr>
          <p:nvPr>
            <p:ph type="body" sz="quarter" idx="43"/>
          </p:nvPr>
        </p:nvSpPr>
        <p:spPr>
          <a:xfrm>
            <a:off x="762000" y="1609724"/>
            <a:ext cx="5084064" cy="4505325"/>
          </a:xfrm>
          <a:noFill/>
        </p:spPr>
        <p:txBody>
          <a:bodyPr vert="horz" lIns="0" tIns="0" rIns="0" bIns="0" rtlCol="0">
            <a:noAutofit/>
          </a:bodyPr>
          <a:lstStyle>
            <a:lvl1pPr marL="365125" indent="-365125">
              <a:buClr>
                <a:srgbClr val="CC4520"/>
              </a:buClr>
              <a:buFont typeface="+mj-lt"/>
              <a:buAutoNum type="arabicPeriod"/>
              <a:defRPr lang="en-US" dirty="0"/>
            </a:lvl1pPr>
            <a:lvl2pPr marL="548640">
              <a:defRPr lang="en-US" dirty="0"/>
            </a:lvl2pPr>
            <a:lvl3pPr marL="731520">
              <a:defRPr lang="en-US" dirty="0"/>
            </a:lvl3pPr>
            <a:lvl4pPr marL="914400">
              <a:defRPr lang="en-US" dirty="0"/>
            </a:lvl4pPr>
            <a:lvl5pPr marL="1097280">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7">
            <a:extLst>
              <a:ext uri="{FF2B5EF4-FFF2-40B4-BE49-F238E27FC236}">
                <a16:creationId xmlns:a16="http://schemas.microsoft.com/office/drawing/2014/main" id="{9C807732-3520-4DBF-9B75-86BA2E562DF0}"/>
              </a:ext>
            </a:extLst>
          </p:cNvPr>
          <p:cNvSpPr>
            <a:spLocks noGrp="1"/>
          </p:cNvSpPr>
          <p:nvPr>
            <p:ph type="title" hasCustomPrompt="1"/>
          </p:nvPr>
        </p:nvSpPr>
        <p:spPr/>
        <p:txBody>
          <a:bodyPr/>
          <a:lstStyle>
            <a:lvl1pPr>
              <a:defRPr/>
            </a:lvl1pPr>
          </a:lstStyle>
          <a:p>
            <a:r>
              <a:rPr lang="en-US"/>
              <a:t>Title</a:t>
            </a:r>
          </a:p>
        </p:txBody>
      </p:sp>
      <p:sp>
        <p:nvSpPr>
          <p:cNvPr id="3" name="Date Placeholder 2">
            <a:extLst>
              <a:ext uri="{FF2B5EF4-FFF2-40B4-BE49-F238E27FC236}">
                <a16:creationId xmlns:a16="http://schemas.microsoft.com/office/drawing/2014/main" id="{2BF46362-5F33-4F04-9B32-535D333E29C7}"/>
              </a:ext>
            </a:extLst>
          </p:cNvPr>
          <p:cNvSpPr>
            <a:spLocks noGrp="1"/>
          </p:cNvSpPr>
          <p:nvPr>
            <p:ph type="dt" sz="half" idx="45"/>
          </p:nvPr>
        </p:nvSpPr>
        <p:spPr/>
        <p:txBody>
          <a:bodyPr/>
          <a:lstStyle/>
          <a:p>
            <a:endParaRPr lang="en-US"/>
          </a:p>
        </p:txBody>
      </p:sp>
      <p:sp>
        <p:nvSpPr>
          <p:cNvPr id="5" name="Footer Placeholder 4">
            <a:extLst>
              <a:ext uri="{FF2B5EF4-FFF2-40B4-BE49-F238E27FC236}">
                <a16:creationId xmlns:a16="http://schemas.microsoft.com/office/drawing/2014/main" id="{D4561260-593D-4AD6-A0E4-834F8BAAC63D}"/>
              </a:ext>
            </a:extLst>
          </p:cNvPr>
          <p:cNvSpPr>
            <a:spLocks noGrp="1"/>
          </p:cNvSpPr>
          <p:nvPr>
            <p:ph type="ftr" sz="quarter" idx="46"/>
          </p:nvPr>
        </p:nvSpPr>
        <p:spPr/>
        <p:txBody>
          <a:bodyPr/>
          <a:lstStyle/>
          <a:p>
            <a:r>
              <a:rPr lang="en-US"/>
              <a:t>Copyright © 2025, Oracle and/or its affiliates  |  Confidential: Internal/Restricted/Highly Restricted</a:t>
            </a:r>
          </a:p>
        </p:txBody>
      </p:sp>
      <p:sp>
        <p:nvSpPr>
          <p:cNvPr id="6" name="Slide Number Placeholder 5">
            <a:extLst>
              <a:ext uri="{FF2B5EF4-FFF2-40B4-BE49-F238E27FC236}">
                <a16:creationId xmlns:a16="http://schemas.microsoft.com/office/drawing/2014/main" id="{B9B71F68-88E7-48F0-B084-32D91B0A0BEB}"/>
              </a:ext>
            </a:extLst>
          </p:cNvPr>
          <p:cNvSpPr>
            <a:spLocks noGrp="1"/>
          </p:cNvSpPr>
          <p:nvPr>
            <p:ph type="sldNum" sz="quarter" idx="47"/>
          </p:nvPr>
        </p:nvSpPr>
        <p:spPr/>
        <p:txBody>
          <a:bodyPr/>
          <a:lstStyle/>
          <a:p>
            <a:fld id="{345D60D9-5372-5F40-9443-0F9AE5BDC3C8}" type="slidenum">
              <a:rPr lang="en-US" smtClean="0"/>
              <a:pPr/>
              <a:t>‹#›</a:t>
            </a:fld>
            <a:endParaRPr lang="en-US"/>
          </a:p>
        </p:txBody>
      </p:sp>
      <p:sp>
        <p:nvSpPr>
          <p:cNvPr id="9" name="Text Placeholder 3">
            <a:extLst>
              <a:ext uri="{FF2B5EF4-FFF2-40B4-BE49-F238E27FC236}">
                <a16:creationId xmlns:a16="http://schemas.microsoft.com/office/drawing/2014/main" id="{93AB42C3-C7C2-47CD-8E87-C5D5963E7A0E}"/>
              </a:ext>
            </a:extLst>
          </p:cNvPr>
          <p:cNvSpPr>
            <a:spLocks noGrp="1"/>
          </p:cNvSpPr>
          <p:nvPr>
            <p:ph type="body" sz="quarter" idx="48"/>
          </p:nvPr>
        </p:nvSpPr>
        <p:spPr>
          <a:xfrm>
            <a:off x="6364986" y="1609724"/>
            <a:ext cx="5084064" cy="4505325"/>
          </a:xfrm>
          <a:noFill/>
        </p:spPr>
        <p:txBody>
          <a:bodyPr vert="horz" lIns="0" tIns="0" rIns="0" bIns="0" rtlCol="0">
            <a:noAutofit/>
          </a:bodyPr>
          <a:lstStyle>
            <a:lvl1pPr marL="365125" indent="-365125">
              <a:buClr>
                <a:srgbClr val="CC4520"/>
              </a:buClr>
              <a:buFont typeface="+mj-lt"/>
              <a:buAutoNum type="arabicPeriod"/>
              <a:defRPr lang="en-US" dirty="0"/>
            </a:lvl1pPr>
            <a:lvl2pPr marL="548640">
              <a:defRPr lang="en-US" dirty="0"/>
            </a:lvl2pPr>
            <a:lvl3pPr marL="731520">
              <a:defRPr lang="en-US" dirty="0"/>
            </a:lvl3pPr>
            <a:lvl4pPr marL="914400">
              <a:defRPr lang="en-US" dirty="0"/>
            </a:lvl4pPr>
            <a:lvl5pPr marL="1097280">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4302347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D4889E-F4D9-44F5-A86F-ADD971D8E4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4BEFD5D-E90B-4877-A190-612924041EB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DD854A-8C5F-456F-889E-9712C38651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58C0B1A4-FD84-4683-8993-EE9C5B9906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Copyright © 2025, Oracle and/or its affiliates  |  Confidential: Internal/Restricted/Highly Restricted</a:t>
            </a:r>
          </a:p>
        </p:txBody>
      </p:sp>
      <p:sp>
        <p:nvSpPr>
          <p:cNvPr id="6" name="Slide Number Placeholder 5">
            <a:extLst>
              <a:ext uri="{FF2B5EF4-FFF2-40B4-BE49-F238E27FC236}">
                <a16:creationId xmlns:a16="http://schemas.microsoft.com/office/drawing/2014/main" id="{6B69D3EF-567D-4DD8-8BDF-AE4D78DD85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5D60D9-5372-5F40-9443-0F9AE5BDC3C8}" type="slidenum">
              <a:rPr lang="en-US" smtClean="0"/>
              <a:pPr/>
              <a:t>‹#›</a:t>
            </a:fld>
            <a:endParaRPr lang="en-US"/>
          </a:p>
        </p:txBody>
      </p:sp>
      <p:sp>
        <p:nvSpPr>
          <p:cNvPr id="7" name="Slide Number">
            <a:extLst>
              <a:ext uri="{FF2B5EF4-FFF2-40B4-BE49-F238E27FC236}">
                <a16:creationId xmlns:a16="http://schemas.microsoft.com/office/drawing/2014/main" id="{3DFEA0B9-386B-49AC-890A-166E3949E7FF}"/>
              </a:ext>
            </a:extLst>
          </p:cNvPr>
          <p:cNvSpPr txBox="1">
            <a:spLocks/>
          </p:cNvSpPr>
          <p:nvPr userDrawn="1"/>
        </p:nvSpPr>
        <p:spPr>
          <a:xfrm>
            <a:off x="762000" y="6057900"/>
            <a:ext cx="234696" cy="365760"/>
          </a:xfrm>
          <a:prstGeom prst="rect">
            <a:avLst/>
          </a:prstGeom>
        </p:spPr>
        <p:txBody>
          <a:bodyPr vert="horz" lIns="0" tIns="0" rIns="0" bIns="0" rtlCol="0" anchor="ctr"/>
          <a:lstStyle>
            <a:defPPr>
              <a:defRPr lang="en-US"/>
            </a:defPPr>
            <a:lvl1pPr marL="0" algn="l" defTabSz="914400" rtl="0" eaLnBrk="1" latinLnBrk="0" hangingPunct="1">
              <a:defRPr sz="1000" kern="1200">
                <a:solidFill>
                  <a:srgbClr val="8B858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 name="TextBox 8">
            <a:extLst>
              <a:ext uri="{FF2B5EF4-FFF2-40B4-BE49-F238E27FC236}">
                <a16:creationId xmlns:a16="http://schemas.microsoft.com/office/drawing/2014/main" id="{2AAAF575-8935-2B20-82E9-3209223D1E57}"/>
              </a:ext>
            </a:extLst>
          </p:cNvPr>
          <p:cNvSpPr txBox="1"/>
          <p:nvPr>
            <p:extLst>
              <p:ext uri="{1162E1C5-73C7-4A58-AE30-91384D911F3F}">
                <p184:classification xmlns:p184="http://schemas.microsoft.com/office/powerpoint/2018/4/main" val="ftr"/>
              </p:ext>
            </p:extLst>
          </p:nvPr>
        </p:nvSpPr>
        <p:spPr>
          <a:xfrm>
            <a:off x="63500" y="6642100"/>
            <a:ext cx="1543050" cy="152400"/>
          </a:xfrm>
          <a:prstGeom prst="rect">
            <a:avLst/>
          </a:prstGeom>
        </p:spPr>
        <p:txBody>
          <a:bodyPr horzOverflow="overflow" lIns="0" tIns="0" rIns="0" bIns="0">
            <a:spAutoFit/>
          </a:bodyPr>
          <a:lstStyle/>
          <a:p>
            <a:pPr algn="l"/>
            <a:r>
              <a:rPr lang="en-US" sz="1000">
                <a:solidFill>
                  <a:srgbClr val="000000">
                    <a:alpha val="50000"/>
                  </a:srgbClr>
                </a:solidFill>
                <a:latin typeface="Calibri" panose="020F0502020204030204" pitchFamily="34" charset="0"/>
                <a:ea typeface="Calibri" panose="020F0502020204030204" pitchFamily="34" charset="0"/>
                <a:cs typeface="Calibri" panose="020F0502020204030204" pitchFamily="34" charset="0"/>
              </a:rPr>
              <a:t>Confidential – Oracle Internal</a:t>
            </a:r>
          </a:p>
        </p:txBody>
      </p:sp>
    </p:spTree>
    <p:extLst>
      <p:ext uri="{BB962C8B-B14F-4D97-AF65-F5344CB8AC3E}">
        <p14:creationId xmlns:p14="http://schemas.microsoft.com/office/powerpoint/2010/main" val="4276920633"/>
      </p:ext>
    </p:extLst>
  </p:cSld>
  <p:clrMap bg1="lt1" tx1="dk1" bg2="lt2" tx2="dk2" accent1="accent1" accent2="accent2" accent3="accent3" accent4="accent4" accent5="accent5" accent6="accent6" hlink="hlink" folHlink="folHlink"/>
  <p:sldLayoutIdLst>
    <p:sldLayoutId id="2147483920" r:id="rId1"/>
    <p:sldLayoutId id="2147483921" r:id="rId2"/>
    <p:sldLayoutId id="2147483922" r:id="rId3"/>
    <p:sldLayoutId id="2147483923" r:id="rId4"/>
    <p:sldLayoutId id="2147483924" r:id="rId5"/>
    <p:sldLayoutId id="2147483925" r:id="rId6"/>
    <p:sldLayoutId id="2147483926" r:id="rId7"/>
    <p:sldLayoutId id="2147483927" r:id="rId8"/>
    <p:sldLayoutId id="2147483928" r:id="rId9"/>
    <p:sldLayoutId id="2147483929" r:id="rId10"/>
    <p:sldLayoutId id="2147483930" r:id="rId11"/>
    <p:sldLayoutId id="2147483931" r:id="rId12"/>
    <p:sldLayoutId id="2147483745" r:id="rId13"/>
    <p:sldLayoutId id="2147483750" r:id="rId14"/>
    <p:sldLayoutId id="2147483754" r:id="rId15"/>
    <p:sldLayoutId id="2147483763" r:id="rId16"/>
    <p:sldLayoutId id="2147483933" r:id="rId17"/>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jpeg"/><Relationship Id="rId7" Type="http://schemas.openxmlformats.org/officeDocument/2006/relationships/image" Target="../media/image13.png"/><Relationship Id="rId2" Type="http://schemas.openxmlformats.org/officeDocument/2006/relationships/image" Target="../media/image8.jpeg"/><Relationship Id="rId1" Type="http://schemas.openxmlformats.org/officeDocument/2006/relationships/slideLayout" Target="../slideLayouts/slideLayout12.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2.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2.xml"/><Relationship Id="rId5" Type="http://schemas.openxmlformats.org/officeDocument/2006/relationships/image" Target="../media/image40.png"/><Relationship Id="rId4" Type="http://schemas.openxmlformats.org/officeDocument/2006/relationships/image" Target="../media/image39.png"/></Relationships>
</file>

<file path=ppt/slides/_rels/slide1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2.xml"/><Relationship Id="rId5" Type="http://schemas.openxmlformats.org/officeDocument/2006/relationships/image" Target="../media/image44.png"/><Relationship Id="rId4" Type="http://schemas.openxmlformats.org/officeDocument/2006/relationships/image" Target="../media/image43.png"/></Relationships>
</file>

<file path=ppt/slides/_rels/slide1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xml"/><Relationship Id="rId1" Type="http://schemas.openxmlformats.org/officeDocument/2006/relationships/slideLayout" Target="../slideLayouts/slideLayout17.xml"/><Relationship Id="rId4"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8AD28C8F-E502-4145-8B73-9A41B878349A}"/>
              </a:ext>
            </a:extLst>
          </p:cNvPr>
          <p:cNvSpPr>
            <a:spLocks noGrp="1"/>
          </p:cNvSpPr>
          <p:nvPr>
            <p:ph type="body" sz="quarter" idx="34"/>
          </p:nvPr>
        </p:nvSpPr>
        <p:spPr>
          <a:xfrm>
            <a:off x="-1691716" y="3995509"/>
            <a:ext cx="5077970" cy="1477070"/>
          </a:xfrm>
        </p:spPr>
        <p:txBody>
          <a:bodyPr/>
          <a:lstStyle/>
          <a:p>
            <a:endParaRPr lang="en-US"/>
          </a:p>
          <a:p>
            <a:endParaRPr lang="en-US"/>
          </a:p>
          <a:p>
            <a:endParaRPr lang="en-US"/>
          </a:p>
          <a:p>
            <a:endParaRPr lang="en-US"/>
          </a:p>
        </p:txBody>
      </p:sp>
      <p:sp>
        <p:nvSpPr>
          <p:cNvPr id="13" name="Text Placeholder 12"/>
          <p:cNvSpPr>
            <a:spLocks noGrp="1"/>
          </p:cNvSpPr>
          <p:nvPr>
            <p:ph type="body" sz="quarter" idx="33"/>
          </p:nvPr>
        </p:nvSpPr>
        <p:spPr>
          <a:xfrm>
            <a:off x="1014986" y="4191001"/>
            <a:ext cx="10158984" cy="1634066"/>
          </a:xfrm>
        </p:spPr>
        <p:txBody>
          <a:bodyPr vert="horz" lIns="91440" tIns="45720" rIns="91440" bIns="45720" rtlCol="0" anchor="t">
            <a:noAutofit/>
          </a:bodyPr>
          <a:lstStyle/>
          <a:p>
            <a:pPr>
              <a:buFont typeface="Arial" panose="020B0604020202020204" pitchFamily="34" charset="0"/>
              <a:buChar char="•"/>
            </a:pPr>
            <a:r>
              <a:rPr lang="en-US" sz="1800" b="1" dirty="0">
                <a:solidFill>
                  <a:schemeClr val="tx1"/>
                </a:solidFill>
                <a:latin typeface="Georgia"/>
                <a:cs typeface="Arial"/>
              </a:rPr>
              <a:t> Team Members: </a:t>
            </a:r>
            <a:r>
              <a:rPr lang="en-US" sz="2000" dirty="0">
                <a:solidFill>
                  <a:schemeClr val="tx1"/>
                </a:solidFill>
                <a:latin typeface="Georgia"/>
                <a:cs typeface="Arial"/>
              </a:rPr>
              <a:t>Harsheet Sharma, Amitesh Sharma, Yugant </a:t>
            </a:r>
            <a:r>
              <a:rPr lang="en-US" sz="2000" dirty="0" err="1">
                <a:solidFill>
                  <a:schemeClr val="tx1"/>
                </a:solidFill>
                <a:latin typeface="Georgia"/>
                <a:cs typeface="Arial"/>
              </a:rPr>
              <a:t>Vashishtha</a:t>
            </a:r>
            <a:r>
              <a:rPr lang="en-US" sz="2000" dirty="0">
                <a:solidFill>
                  <a:schemeClr val="tx1"/>
                </a:solidFill>
                <a:latin typeface="Georgia"/>
                <a:cs typeface="Arial"/>
              </a:rPr>
              <a:t>, Ayushi 		     Bathla, Mohd. Arkam</a:t>
            </a:r>
            <a:endParaRPr lang="en-US" sz="2000" dirty="0">
              <a:solidFill>
                <a:schemeClr val="tx1"/>
              </a:solidFill>
            </a:endParaRPr>
          </a:p>
          <a:p>
            <a:pPr>
              <a:buFont typeface="Arial" panose="020B0604020202020204" pitchFamily="34" charset="0"/>
              <a:buChar char="•"/>
            </a:pPr>
            <a:r>
              <a:rPr lang="en-US" sz="1800" b="1" dirty="0">
                <a:solidFill>
                  <a:schemeClr val="tx1"/>
                </a:solidFill>
                <a:latin typeface="Georgia"/>
                <a:cs typeface="Arial"/>
              </a:rPr>
              <a:t> Date: </a:t>
            </a:r>
            <a:r>
              <a:rPr lang="en-US" sz="1800" dirty="0">
                <a:solidFill>
                  <a:schemeClr val="tx1"/>
                </a:solidFill>
                <a:latin typeface="Georgia"/>
                <a:cs typeface="Arial"/>
              </a:rPr>
              <a:t>25th July, 2025</a:t>
            </a:r>
            <a:endParaRPr lang="en-US" sz="1800" dirty="0">
              <a:solidFill>
                <a:schemeClr val="tx1"/>
              </a:solidFill>
              <a:latin typeface="Georgia" panose="02040502050405020303" pitchFamily="18" charset="0"/>
              <a:cs typeface="Arial" panose="020B0604020202020204" pitchFamily="34" charset="0"/>
            </a:endParaRPr>
          </a:p>
          <a:p>
            <a:pPr>
              <a:buFont typeface="Arial" panose="020B0604020202020204" pitchFamily="34" charset="0"/>
              <a:buChar char="•"/>
            </a:pPr>
            <a:r>
              <a:rPr lang="en-US" sz="1800" b="1" dirty="0">
                <a:solidFill>
                  <a:schemeClr val="tx1"/>
                </a:solidFill>
                <a:latin typeface="Georgia"/>
                <a:cs typeface="Arial"/>
              </a:rPr>
              <a:t> Batch Details : </a:t>
            </a:r>
            <a:r>
              <a:rPr lang="en-US" sz="1800" dirty="0">
                <a:solidFill>
                  <a:schemeClr val="tx1"/>
                </a:solidFill>
                <a:latin typeface="Georgia"/>
                <a:cs typeface="Arial"/>
              </a:rPr>
              <a:t>Batch-3</a:t>
            </a:r>
            <a:endParaRPr lang="en-US" sz="1800" dirty="0">
              <a:solidFill>
                <a:schemeClr val="tx1"/>
              </a:solidFill>
              <a:latin typeface="Georgia" panose="02040502050405020303" pitchFamily="18" charset="0"/>
              <a:cs typeface="Arial" panose="020B0604020202020204" pitchFamily="34" charset="0"/>
            </a:endParaRPr>
          </a:p>
        </p:txBody>
      </p:sp>
      <p:sp>
        <p:nvSpPr>
          <p:cNvPr id="14" name="Title 13"/>
          <p:cNvSpPr>
            <a:spLocks noGrp="1"/>
          </p:cNvSpPr>
          <p:nvPr>
            <p:ph type="ctrTitle"/>
          </p:nvPr>
        </p:nvSpPr>
        <p:spPr>
          <a:xfrm>
            <a:off x="847269" y="1836569"/>
            <a:ext cx="10417602" cy="1025922"/>
          </a:xfrm>
        </p:spPr>
        <p:txBody>
          <a:bodyPr/>
          <a:lstStyle/>
          <a:p>
            <a:pPr algn="ctr"/>
            <a:r>
              <a:rPr lang="en-US">
                <a:latin typeface="Georgia"/>
              </a:rPr>
              <a:t>Asset Liability Management System</a:t>
            </a:r>
            <a:endParaRPr lang="en-US"/>
          </a:p>
        </p:txBody>
      </p:sp>
    </p:spTree>
    <p:extLst>
      <p:ext uri="{BB962C8B-B14F-4D97-AF65-F5344CB8AC3E}">
        <p14:creationId xmlns:p14="http://schemas.microsoft.com/office/powerpoint/2010/main" val="385524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88E8B17A-A911-6211-7CEA-239FDEE5423A}"/>
              </a:ext>
            </a:extLst>
          </p:cNvPr>
          <p:cNvSpPr>
            <a:spLocks noGrp="1"/>
          </p:cNvSpPr>
          <p:nvPr>
            <p:ph type="body" sz="quarter" idx="33"/>
          </p:nvPr>
        </p:nvSpPr>
        <p:spPr>
          <a:xfrm>
            <a:off x="1084242" y="2769769"/>
            <a:ext cx="10158984" cy="2700413"/>
          </a:xfrm>
        </p:spPr>
        <p:txBody>
          <a:bodyPr vert="horz" lIns="91440" tIns="45720" rIns="91440" bIns="45720" rtlCol="0" anchor="t">
            <a:noAutofit/>
          </a:bodyPr>
          <a:lstStyle/>
          <a:p>
            <a:pPr algn="ctr"/>
            <a:br>
              <a:rPr lang="en-US" dirty="0">
                <a:ea typeface="+mn-lt"/>
                <a:cs typeface="+mn-lt"/>
              </a:rPr>
            </a:br>
            <a:r>
              <a:rPr lang="en-US" dirty="0">
                <a:solidFill>
                  <a:schemeClr val="tx1"/>
                </a:solidFill>
                <a:ea typeface="+mn-lt"/>
                <a:cs typeface="+mn-lt"/>
              </a:rPr>
              <a:t>Our ALM System simplifies managing an organization's financial assets and liabilities. It tracks key details like Assets, Liabilities, Branches, Departments, and Employees to ensure smooth operations. Think easy asset assignment, liability monitoring, and transfer logging. We've built in data integrity, audit trails, and handy metrics like net asset value for clear insights and control.</a:t>
            </a:r>
          </a:p>
        </p:txBody>
      </p:sp>
      <p:sp>
        <p:nvSpPr>
          <p:cNvPr id="5" name="Title 4">
            <a:extLst>
              <a:ext uri="{FF2B5EF4-FFF2-40B4-BE49-F238E27FC236}">
                <a16:creationId xmlns:a16="http://schemas.microsoft.com/office/drawing/2014/main" id="{A668326A-4142-F9A5-9134-3DA5F0740409}"/>
              </a:ext>
            </a:extLst>
          </p:cNvPr>
          <p:cNvSpPr>
            <a:spLocks noGrp="1"/>
          </p:cNvSpPr>
          <p:nvPr>
            <p:ph type="ctrTitle"/>
          </p:nvPr>
        </p:nvSpPr>
        <p:spPr>
          <a:xfrm>
            <a:off x="1084242" y="1451697"/>
            <a:ext cx="10158984" cy="1025922"/>
          </a:xfrm>
        </p:spPr>
        <p:txBody>
          <a:bodyPr/>
          <a:lstStyle/>
          <a:p>
            <a:r>
              <a:rPr lang="en-IN">
                <a:latin typeface="Georgia"/>
              </a:rPr>
              <a:t>Problem Statement</a:t>
            </a:r>
            <a:endParaRPr lang="en-IN"/>
          </a:p>
        </p:txBody>
      </p:sp>
    </p:spTree>
    <p:extLst>
      <p:ext uri="{BB962C8B-B14F-4D97-AF65-F5344CB8AC3E}">
        <p14:creationId xmlns:p14="http://schemas.microsoft.com/office/powerpoint/2010/main" val="2024427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B06384D-E42F-D929-DA62-F39ACCFF4D0F}"/>
              </a:ext>
            </a:extLst>
          </p:cNvPr>
          <p:cNvSpPr>
            <a:spLocks noGrp="1"/>
          </p:cNvSpPr>
          <p:nvPr>
            <p:ph type="body" sz="quarter" idx="34"/>
          </p:nvPr>
        </p:nvSpPr>
        <p:spPr>
          <a:xfrm>
            <a:off x="1577323" y="2394651"/>
            <a:ext cx="8331123" cy="2927181"/>
          </a:xfrm>
        </p:spPr>
        <p:txBody>
          <a:bodyPr vert="horz" lIns="91440" tIns="45720" rIns="91440" bIns="45720" rtlCol="0" anchor="t">
            <a:noAutofit/>
          </a:bodyPr>
          <a:lstStyle/>
          <a:p>
            <a:r>
              <a:rPr lang="en-IN" sz="2000" b="1" dirty="0">
                <a:ea typeface="Calibri"/>
                <a:cs typeface="Calibri"/>
              </a:rPr>
              <a:t>Maintain Financial Stability:</a:t>
            </a:r>
            <a:r>
              <a:rPr lang="en-IN" sz="2000" dirty="0">
                <a:ea typeface="Calibri"/>
                <a:cs typeface="Calibri"/>
              </a:rPr>
              <a:t> Balance assets and liabilities to ensure smooth operations and avoid mismatches.</a:t>
            </a:r>
          </a:p>
          <a:p>
            <a:r>
              <a:rPr lang="en-IN" sz="2000" b="1" dirty="0">
                <a:ea typeface="Calibri"/>
                <a:cs typeface="Calibri"/>
              </a:rPr>
              <a:t>Manage Risk Effectively:</a:t>
            </a:r>
            <a:r>
              <a:rPr lang="en-IN" sz="2000" dirty="0">
                <a:ea typeface="Calibri"/>
                <a:cs typeface="Calibri"/>
              </a:rPr>
              <a:t> Identify and control risks like interest rate, liquidity, and credit risks.</a:t>
            </a:r>
          </a:p>
          <a:p>
            <a:r>
              <a:rPr lang="en-IN" sz="2000" b="1" dirty="0">
                <a:ea typeface="Calibri"/>
                <a:cs typeface="Calibri"/>
              </a:rPr>
              <a:t>Support Better Decisions:</a:t>
            </a:r>
            <a:r>
              <a:rPr lang="en-IN" sz="2000" dirty="0">
                <a:ea typeface="Calibri"/>
                <a:cs typeface="Calibri"/>
              </a:rPr>
              <a:t> Use scenario analysis and real-time data to make informed financial decisions.</a:t>
            </a:r>
          </a:p>
          <a:p>
            <a:r>
              <a:rPr lang="en-IN" sz="2000" b="1" dirty="0">
                <a:ea typeface="Calibri"/>
                <a:cs typeface="Calibri"/>
              </a:rPr>
              <a:t>Ensure Compliance:</a:t>
            </a:r>
            <a:r>
              <a:rPr lang="en-IN" sz="2000" dirty="0">
                <a:ea typeface="Calibri"/>
                <a:cs typeface="Calibri"/>
              </a:rPr>
              <a:t> Keep proper records and audit trails to meet regulatory requirements.</a:t>
            </a:r>
          </a:p>
          <a:p>
            <a:endParaRPr lang="en-IN" dirty="0">
              <a:ea typeface="Calibri"/>
              <a:cs typeface="Calibri"/>
            </a:endParaRPr>
          </a:p>
        </p:txBody>
      </p:sp>
      <p:sp>
        <p:nvSpPr>
          <p:cNvPr id="5" name="Title 4">
            <a:extLst>
              <a:ext uri="{FF2B5EF4-FFF2-40B4-BE49-F238E27FC236}">
                <a16:creationId xmlns:a16="http://schemas.microsoft.com/office/drawing/2014/main" id="{F295EF44-46BE-5E91-CD8A-6314B43ECEAF}"/>
              </a:ext>
            </a:extLst>
          </p:cNvPr>
          <p:cNvSpPr>
            <a:spLocks noGrp="1"/>
          </p:cNvSpPr>
          <p:nvPr>
            <p:ph type="ctrTitle"/>
          </p:nvPr>
        </p:nvSpPr>
        <p:spPr>
          <a:xfrm>
            <a:off x="1018030" y="1198654"/>
            <a:ext cx="10158984" cy="1025922"/>
          </a:xfrm>
        </p:spPr>
        <p:txBody>
          <a:bodyPr/>
          <a:lstStyle/>
          <a:p>
            <a:r>
              <a:rPr lang="en-IN">
                <a:latin typeface="Georgia"/>
              </a:rPr>
              <a:t>Objective</a:t>
            </a:r>
            <a:endParaRPr lang="en-IN"/>
          </a:p>
        </p:txBody>
      </p:sp>
    </p:spTree>
    <p:extLst>
      <p:ext uri="{BB962C8B-B14F-4D97-AF65-F5344CB8AC3E}">
        <p14:creationId xmlns:p14="http://schemas.microsoft.com/office/powerpoint/2010/main" val="3717640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047362F-4C7D-AC6C-E2E7-4C3F2598737A}"/>
              </a:ext>
            </a:extLst>
          </p:cNvPr>
          <p:cNvSpPr>
            <a:spLocks noGrp="1"/>
          </p:cNvSpPr>
          <p:nvPr>
            <p:ph type="ctrTitle"/>
          </p:nvPr>
        </p:nvSpPr>
        <p:spPr>
          <a:xfrm>
            <a:off x="1008261" y="1198999"/>
            <a:ext cx="10158984" cy="1025922"/>
          </a:xfrm>
        </p:spPr>
        <p:txBody>
          <a:bodyPr/>
          <a:lstStyle/>
          <a:p>
            <a:r>
              <a:rPr lang="en-IN">
                <a:latin typeface="Georgia"/>
              </a:rPr>
              <a:t>Tools &amp; Technologies</a:t>
            </a:r>
            <a:endParaRPr lang="en-IN"/>
          </a:p>
        </p:txBody>
      </p:sp>
      <p:pic>
        <p:nvPicPr>
          <p:cNvPr id="6" name="Picture 5" descr="Spring Tool Suite 3.7.3 Released">
            <a:extLst>
              <a:ext uri="{FF2B5EF4-FFF2-40B4-BE49-F238E27FC236}">
                <a16:creationId xmlns:a16="http://schemas.microsoft.com/office/drawing/2014/main" id="{E2C0F4F1-E1B9-3BC4-5C15-A14A8C5826F9}"/>
              </a:ext>
            </a:extLst>
          </p:cNvPr>
          <p:cNvPicPr>
            <a:picLocks noChangeAspect="1"/>
          </p:cNvPicPr>
          <p:nvPr/>
        </p:nvPicPr>
        <p:blipFill>
          <a:blip r:embed="rId2"/>
          <a:stretch>
            <a:fillRect/>
          </a:stretch>
        </p:blipFill>
        <p:spPr>
          <a:xfrm>
            <a:off x="1631543" y="2398932"/>
            <a:ext cx="2038350" cy="1276350"/>
          </a:xfrm>
          <a:prstGeom prst="rect">
            <a:avLst/>
          </a:prstGeom>
        </p:spPr>
      </p:pic>
      <p:pic>
        <p:nvPicPr>
          <p:cNvPr id="7" name="Picture 6" descr="Network Query Engine (NQE) with Postman - www.forwardnetworks.com">
            <a:extLst>
              <a:ext uri="{FF2B5EF4-FFF2-40B4-BE49-F238E27FC236}">
                <a16:creationId xmlns:a16="http://schemas.microsoft.com/office/drawing/2014/main" id="{3C4B74F8-B3B8-F981-B202-6398E4A86999}"/>
              </a:ext>
            </a:extLst>
          </p:cNvPr>
          <p:cNvPicPr>
            <a:picLocks noChangeAspect="1"/>
          </p:cNvPicPr>
          <p:nvPr/>
        </p:nvPicPr>
        <p:blipFill>
          <a:blip r:embed="rId3"/>
          <a:stretch>
            <a:fillRect/>
          </a:stretch>
        </p:blipFill>
        <p:spPr>
          <a:xfrm>
            <a:off x="4431323" y="2341441"/>
            <a:ext cx="2606431" cy="1286784"/>
          </a:xfrm>
          <a:prstGeom prst="rect">
            <a:avLst/>
          </a:prstGeom>
        </p:spPr>
      </p:pic>
      <p:pic>
        <p:nvPicPr>
          <p:cNvPr id="8" name="Picture 7" descr="Swagger 2.0 API integration to SpringBoot REST web service (Part 1: Basic  Integration) | Geek Culture">
            <a:extLst>
              <a:ext uri="{FF2B5EF4-FFF2-40B4-BE49-F238E27FC236}">
                <a16:creationId xmlns:a16="http://schemas.microsoft.com/office/drawing/2014/main" id="{C47F5DD3-14C2-4AA8-79C0-CE5EEC4A3C20}"/>
              </a:ext>
            </a:extLst>
          </p:cNvPr>
          <p:cNvPicPr>
            <a:picLocks noChangeAspect="1"/>
          </p:cNvPicPr>
          <p:nvPr/>
        </p:nvPicPr>
        <p:blipFill>
          <a:blip r:embed="rId4"/>
          <a:stretch>
            <a:fillRect/>
          </a:stretch>
        </p:blipFill>
        <p:spPr>
          <a:xfrm>
            <a:off x="7618535" y="2398932"/>
            <a:ext cx="3683000" cy="1030068"/>
          </a:xfrm>
          <a:prstGeom prst="rect">
            <a:avLst/>
          </a:prstGeom>
        </p:spPr>
      </p:pic>
      <p:pic>
        <p:nvPicPr>
          <p:cNvPr id="9" name="Picture 8" descr="How to Create a Database in MySQL with MySQL Workbench">
            <a:extLst>
              <a:ext uri="{FF2B5EF4-FFF2-40B4-BE49-F238E27FC236}">
                <a16:creationId xmlns:a16="http://schemas.microsoft.com/office/drawing/2014/main" id="{2056DB56-C0F0-07A8-F727-FBA74E734831}"/>
              </a:ext>
            </a:extLst>
          </p:cNvPr>
          <p:cNvPicPr>
            <a:picLocks noChangeAspect="1"/>
          </p:cNvPicPr>
          <p:nvPr/>
        </p:nvPicPr>
        <p:blipFill>
          <a:blip r:embed="rId5"/>
          <a:stretch>
            <a:fillRect/>
          </a:stretch>
        </p:blipFill>
        <p:spPr>
          <a:xfrm>
            <a:off x="1207477" y="4403969"/>
            <a:ext cx="2743200" cy="1371600"/>
          </a:xfrm>
          <a:prstGeom prst="rect">
            <a:avLst/>
          </a:prstGeom>
        </p:spPr>
      </p:pic>
      <p:pic>
        <p:nvPicPr>
          <p:cNvPr id="11" name="Picture 10" descr="vscode.dev: Visual Studio Code for the Web : r/vscode">
            <a:extLst>
              <a:ext uri="{FF2B5EF4-FFF2-40B4-BE49-F238E27FC236}">
                <a16:creationId xmlns:a16="http://schemas.microsoft.com/office/drawing/2014/main" id="{02CABF36-50A3-635D-0A57-FBEB434DC209}"/>
              </a:ext>
            </a:extLst>
          </p:cNvPr>
          <p:cNvPicPr>
            <a:picLocks noChangeAspect="1"/>
          </p:cNvPicPr>
          <p:nvPr/>
        </p:nvPicPr>
        <p:blipFill>
          <a:blip r:embed="rId6"/>
          <a:stretch>
            <a:fillRect/>
          </a:stretch>
        </p:blipFill>
        <p:spPr>
          <a:xfrm>
            <a:off x="4431323" y="4403969"/>
            <a:ext cx="2733431" cy="1371600"/>
          </a:xfrm>
          <a:prstGeom prst="rect">
            <a:avLst/>
          </a:prstGeom>
        </p:spPr>
      </p:pic>
      <p:pic>
        <p:nvPicPr>
          <p:cNvPr id="14" name="Picture 13" descr="OJET | Oracle Implementation Advisor">
            <a:extLst>
              <a:ext uri="{FF2B5EF4-FFF2-40B4-BE49-F238E27FC236}">
                <a16:creationId xmlns:a16="http://schemas.microsoft.com/office/drawing/2014/main" id="{DE03C2BA-11C3-5322-D65A-61F5D785278B}"/>
              </a:ext>
            </a:extLst>
          </p:cNvPr>
          <p:cNvPicPr>
            <a:picLocks noChangeAspect="1"/>
          </p:cNvPicPr>
          <p:nvPr/>
        </p:nvPicPr>
        <p:blipFill>
          <a:blip r:embed="rId7"/>
          <a:stretch>
            <a:fillRect/>
          </a:stretch>
        </p:blipFill>
        <p:spPr>
          <a:xfrm>
            <a:off x="9006010" y="4519750"/>
            <a:ext cx="2295525" cy="912904"/>
          </a:xfrm>
          <a:prstGeom prst="rect">
            <a:avLst/>
          </a:prstGeom>
        </p:spPr>
      </p:pic>
      <p:pic>
        <p:nvPicPr>
          <p:cNvPr id="3" name="Picture 2" descr="A blue and orange text&#10;&#10;AI-generated content may be incorrect.">
            <a:extLst>
              <a:ext uri="{FF2B5EF4-FFF2-40B4-BE49-F238E27FC236}">
                <a16:creationId xmlns:a16="http://schemas.microsoft.com/office/drawing/2014/main" id="{99091803-26AB-B2F9-1B6A-475C9D4F844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204538" y="4519750"/>
            <a:ext cx="1761688" cy="990950"/>
          </a:xfrm>
          <a:prstGeom prst="rect">
            <a:avLst/>
          </a:prstGeom>
        </p:spPr>
      </p:pic>
    </p:spTree>
    <p:extLst>
      <p:ext uri="{BB962C8B-B14F-4D97-AF65-F5344CB8AC3E}">
        <p14:creationId xmlns:p14="http://schemas.microsoft.com/office/powerpoint/2010/main" val="3814837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387F84A-112F-7E33-A837-D306100FA2BC}"/>
              </a:ext>
            </a:extLst>
          </p:cNvPr>
          <p:cNvSpPr>
            <a:spLocks noGrp="1"/>
          </p:cNvSpPr>
          <p:nvPr>
            <p:ph type="ctrTitle"/>
          </p:nvPr>
        </p:nvSpPr>
        <p:spPr>
          <a:xfrm>
            <a:off x="3343107" y="396735"/>
            <a:ext cx="10158984" cy="1025922"/>
          </a:xfrm>
        </p:spPr>
        <p:txBody>
          <a:bodyPr/>
          <a:lstStyle/>
          <a:p>
            <a:r>
              <a:rPr lang="en-IN">
                <a:latin typeface="Georgia"/>
              </a:rPr>
              <a:t>High-level Architecture</a:t>
            </a:r>
            <a:endParaRPr lang="en-IN"/>
          </a:p>
        </p:txBody>
      </p:sp>
      <p:pic>
        <p:nvPicPr>
          <p:cNvPr id="4" name="Picture 3" descr="A screenshot of a computer&#10;&#10;AI-generated content may be incorrect.">
            <a:extLst>
              <a:ext uri="{FF2B5EF4-FFF2-40B4-BE49-F238E27FC236}">
                <a16:creationId xmlns:a16="http://schemas.microsoft.com/office/drawing/2014/main" id="{A4CF0ABD-741D-3B5C-7C18-6A058DB3D5AB}"/>
              </a:ext>
            </a:extLst>
          </p:cNvPr>
          <p:cNvPicPr>
            <a:picLocks noChangeAspect="1"/>
          </p:cNvPicPr>
          <p:nvPr/>
        </p:nvPicPr>
        <p:blipFill>
          <a:blip r:embed="rId2"/>
          <a:stretch>
            <a:fillRect/>
          </a:stretch>
        </p:blipFill>
        <p:spPr>
          <a:xfrm>
            <a:off x="3169993" y="1582616"/>
            <a:ext cx="5858597" cy="4482114"/>
          </a:xfrm>
          <a:prstGeom prst="rect">
            <a:avLst/>
          </a:prstGeom>
        </p:spPr>
      </p:pic>
    </p:spTree>
    <p:extLst>
      <p:ext uri="{BB962C8B-B14F-4D97-AF65-F5344CB8AC3E}">
        <p14:creationId xmlns:p14="http://schemas.microsoft.com/office/powerpoint/2010/main" val="1995345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4F663AB-E6E8-1694-D548-98EF210F2369}"/>
              </a:ext>
            </a:extLst>
          </p:cNvPr>
          <p:cNvSpPr>
            <a:spLocks noGrp="1"/>
          </p:cNvSpPr>
          <p:nvPr>
            <p:ph type="ctrTitle"/>
          </p:nvPr>
        </p:nvSpPr>
        <p:spPr>
          <a:xfrm>
            <a:off x="1016508" y="1256427"/>
            <a:ext cx="10158984" cy="1025922"/>
          </a:xfrm>
        </p:spPr>
        <p:txBody>
          <a:bodyPr/>
          <a:lstStyle/>
          <a:p>
            <a:r>
              <a:rPr lang="en-IN">
                <a:latin typeface="Georgia"/>
              </a:rPr>
              <a:t>Key Components/ Features</a:t>
            </a:r>
            <a:endParaRPr lang="en-IN"/>
          </a:p>
        </p:txBody>
      </p:sp>
      <p:sp>
        <p:nvSpPr>
          <p:cNvPr id="2" name="TextBox 1">
            <a:extLst>
              <a:ext uri="{FF2B5EF4-FFF2-40B4-BE49-F238E27FC236}">
                <a16:creationId xmlns:a16="http://schemas.microsoft.com/office/drawing/2014/main" id="{1EBF28A6-0B6F-0AB8-BBF5-F9D6F3D70881}"/>
              </a:ext>
            </a:extLst>
          </p:cNvPr>
          <p:cNvSpPr txBox="1"/>
          <p:nvPr/>
        </p:nvSpPr>
        <p:spPr>
          <a:xfrm>
            <a:off x="1468280" y="2508301"/>
            <a:ext cx="9874737"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Arial"/>
              <a:buChar char="•"/>
            </a:pPr>
            <a:r>
              <a:rPr lang="en-US" sz="2000" b="1" dirty="0">
                <a:ea typeface="+mn-lt"/>
                <a:cs typeface="+mn-lt"/>
              </a:rPr>
              <a:t>Secure Access:</a:t>
            </a:r>
            <a:r>
              <a:rPr lang="en-US" sz="2000" dirty="0">
                <a:ea typeface="+mn-lt"/>
                <a:cs typeface="+mn-lt"/>
              </a:rPr>
              <a:t> Our system features secure login and role-based access, ensuring only authorized users can view or change sensitive data.</a:t>
            </a:r>
            <a:endParaRPr lang="en-US" sz="2000" dirty="0">
              <a:ea typeface="Calibri"/>
              <a:cs typeface="Calibri"/>
            </a:endParaRPr>
          </a:p>
          <a:p>
            <a:pPr>
              <a:buFont typeface="Arial"/>
              <a:buChar char="•"/>
            </a:pPr>
            <a:r>
              <a:rPr lang="en-US" sz="2000" b="1" dirty="0">
                <a:ea typeface="+mn-lt"/>
                <a:cs typeface="+mn-lt"/>
              </a:rPr>
              <a:t>Dynamic Frontend (Oracle JET):</a:t>
            </a:r>
            <a:r>
              <a:rPr lang="en-US" sz="2000" dirty="0">
                <a:ea typeface="+mn-lt"/>
                <a:cs typeface="+mn-lt"/>
              </a:rPr>
              <a:t> We've built an interactive user interface with Oracle JET, allowing for</a:t>
            </a:r>
            <a:r>
              <a:rPr lang="en-US" sz="2000" b="1" dirty="0">
                <a:ea typeface="+mn-lt"/>
                <a:cs typeface="+mn-lt"/>
              </a:rPr>
              <a:t> </a:t>
            </a:r>
            <a:r>
              <a:rPr lang="en-US" sz="2000" dirty="0">
                <a:ea typeface="+mn-lt"/>
                <a:cs typeface="+mn-lt"/>
              </a:rPr>
              <a:t>real-time data display, filtering, and seamless user interaction.</a:t>
            </a:r>
            <a:endParaRPr lang="en-US" sz="2000" dirty="0">
              <a:ea typeface="Calibri"/>
              <a:cs typeface="Calibri"/>
            </a:endParaRPr>
          </a:p>
          <a:p>
            <a:pPr>
              <a:buFont typeface="Arial"/>
              <a:buChar char="•"/>
            </a:pPr>
            <a:r>
              <a:rPr lang="en-US" sz="2000" b="1" dirty="0">
                <a:ea typeface="+mn-lt"/>
                <a:cs typeface="+mn-lt"/>
              </a:rPr>
              <a:t>API Layer (Spring + Swagger):</a:t>
            </a:r>
            <a:r>
              <a:rPr lang="en-US" sz="2000" dirty="0">
                <a:ea typeface="+mn-lt"/>
                <a:cs typeface="+mn-lt"/>
              </a:rPr>
              <a:t> All modules are accessible via REST APIs, clearly documented with Swagger UI for smooth frontend-backend communication and testing.</a:t>
            </a:r>
            <a:endParaRPr lang="en-US" sz="2000" dirty="0">
              <a:ea typeface="Calibri"/>
              <a:cs typeface="Calibri"/>
            </a:endParaRPr>
          </a:p>
          <a:p>
            <a:pPr>
              <a:buFont typeface="Arial"/>
              <a:buChar char="•"/>
            </a:pPr>
            <a:r>
              <a:rPr lang="en-US" sz="2000" b="1" dirty="0">
                <a:ea typeface="+mn-lt"/>
                <a:cs typeface="+mn-lt"/>
              </a:rPr>
              <a:t>Real-Time Dashboard &amp; Reporting:</a:t>
            </a:r>
            <a:r>
              <a:rPr lang="en-US" sz="2000" dirty="0">
                <a:ea typeface="+mn-lt"/>
                <a:cs typeface="+mn-lt"/>
              </a:rPr>
              <a:t> Get instant insights with our dashboard and reports, perfect for financial analysis and quick decisions.</a:t>
            </a:r>
            <a:endParaRPr lang="en-US" dirty="0"/>
          </a:p>
          <a:p>
            <a:pPr marL="342900" indent="-342900">
              <a:buFont typeface="Arial"/>
              <a:buChar char="•"/>
            </a:pPr>
            <a:endParaRPr lang="en-US" sz="2000" dirty="0">
              <a:ea typeface="Calibri"/>
              <a:cs typeface="Calibri"/>
            </a:endParaRPr>
          </a:p>
        </p:txBody>
      </p:sp>
    </p:spTree>
    <p:extLst>
      <p:ext uri="{BB962C8B-B14F-4D97-AF65-F5344CB8AC3E}">
        <p14:creationId xmlns:p14="http://schemas.microsoft.com/office/powerpoint/2010/main" val="3041410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3D3F411-2CDA-7342-2EB2-8F6BCEEE0435}"/>
              </a:ext>
            </a:extLst>
          </p:cNvPr>
          <p:cNvSpPr>
            <a:spLocks noGrp="1"/>
          </p:cNvSpPr>
          <p:nvPr>
            <p:ph type="ctrTitle"/>
          </p:nvPr>
        </p:nvSpPr>
        <p:spPr>
          <a:xfrm>
            <a:off x="4410827" y="627045"/>
            <a:ext cx="3369369" cy="704031"/>
          </a:xfrm>
        </p:spPr>
        <p:txBody>
          <a:bodyPr/>
          <a:lstStyle/>
          <a:p>
            <a:pPr algn="ctr"/>
            <a:r>
              <a:rPr lang="en-IN" dirty="0">
                <a:latin typeface="Georgia"/>
              </a:rPr>
              <a:t>ER Diagram</a:t>
            </a:r>
            <a:endParaRPr lang="en-IN" dirty="0"/>
          </a:p>
        </p:txBody>
      </p:sp>
      <p:pic>
        <p:nvPicPr>
          <p:cNvPr id="7" name="Picture 6" descr="A diagram of a company&#10;&#10;AI-generated content may be incorrect.">
            <a:extLst>
              <a:ext uri="{FF2B5EF4-FFF2-40B4-BE49-F238E27FC236}">
                <a16:creationId xmlns:a16="http://schemas.microsoft.com/office/drawing/2014/main" id="{8F2F63E5-3B1A-659F-3901-DFE76FAAC29D}"/>
              </a:ext>
            </a:extLst>
          </p:cNvPr>
          <p:cNvPicPr>
            <a:picLocks noChangeAspect="1"/>
          </p:cNvPicPr>
          <p:nvPr/>
        </p:nvPicPr>
        <p:blipFill>
          <a:blip r:embed="rId2"/>
          <a:stretch>
            <a:fillRect/>
          </a:stretch>
        </p:blipFill>
        <p:spPr>
          <a:xfrm>
            <a:off x="4095942" y="1331077"/>
            <a:ext cx="3999140" cy="4732098"/>
          </a:xfrm>
          <a:prstGeom prst="rect">
            <a:avLst/>
          </a:prstGeom>
        </p:spPr>
      </p:pic>
    </p:spTree>
    <p:extLst>
      <p:ext uri="{BB962C8B-B14F-4D97-AF65-F5344CB8AC3E}">
        <p14:creationId xmlns:p14="http://schemas.microsoft.com/office/powerpoint/2010/main" val="2499039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6CFE2-7C06-19BF-9AF4-DE07332E71E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0F04D6F-097B-13A4-BD36-7D3467213C22}"/>
              </a:ext>
            </a:extLst>
          </p:cNvPr>
          <p:cNvSpPr>
            <a:spLocks noGrp="1"/>
          </p:cNvSpPr>
          <p:nvPr>
            <p:ph type="ctrTitle"/>
          </p:nvPr>
        </p:nvSpPr>
        <p:spPr>
          <a:xfrm>
            <a:off x="1344981" y="1019329"/>
            <a:ext cx="10158984" cy="1025922"/>
          </a:xfrm>
        </p:spPr>
        <p:txBody>
          <a:bodyPr/>
          <a:lstStyle/>
          <a:p>
            <a:r>
              <a:rPr lang="en-IN" dirty="0">
                <a:latin typeface="Georgia"/>
              </a:rPr>
              <a:t>Screenshots of Implementation</a:t>
            </a:r>
            <a:endParaRPr lang="en-IN" dirty="0"/>
          </a:p>
        </p:txBody>
      </p:sp>
      <p:sp>
        <p:nvSpPr>
          <p:cNvPr id="2" name="TextBox 1">
            <a:extLst>
              <a:ext uri="{FF2B5EF4-FFF2-40B4-BE49-F238E27FC236}">
                <a16:creationId xmlns:a16="http://schemas.microsoft.com/office/drawing/2014/main" id="{9E24CF79-1120-05CB-61A3-043C7EF2D86B}"/>
              </a:ext>
            </a:extLst>
          </p:cNvPr>
          <p:cNvSpPr txBox="1"/>
          <p:nvPr/>
        </p:nvSpPr>
        <p:spPr>
          <a:xfrm>
            <a:off x="1671723" y="2043585"/>
            <a:ext cx="383145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ea typeface="Calibri"/>
                <a:cs typeface="Calibri"/>
              </a:rPr>
              <a:t>Front End (Login Page) -</a:t>
            </a:r>
          </a:p>
        </p:txBody>
      </p:sp>
      <p:pic>
        <p:nvPicPr>
          <p:cNvPr id="4" name="Picture 3" descr="A screenshot of a login form&#10;&#10;AI-generated content may be incorrect.">
            <a:extLst>
              <a:ext uri="{FF2B5EF4-FFF2-40B4-BE49-F238E27FC236}">
                <a16:creationId xmlns:a16="http://schemas.microsoft.com/office/drawing/2014/main" id="{AB864DDD-05FD-6D93-FAF5-EADF59D020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1723" y="2707689"/>
            <a:ext cx="4123369" cy="3130982"/>
          </a:xfrm>
          <a:prstGeom prst="rect">
            <a:avLst/>
          </a:prstGeom>
        </p:spPr>
      </p:pic>
      <p:pic>
        <p:nvPicPr>
          <p:cNvPr id="7" name="Picture 6" descr="A screenshot of a login form&#10;&#10;AI-generated content may be incorrect.">
            <a:extLst>
              <a:ext uri="{FF2B5EF4-FFF2-40B4-BE49-F238E27FC236}">
                <a16:creationId xmlns:a16="http://schemas.microsoft.com/office/drawing/2014/main" id="{418328FD-8B98-C5DC-9C0F-F2FE6277C0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96910" y="2707689"/>
            <a:ext cx="4779527" cy="3130982"/>
          </a:xfrm>
          <a:prstGeom prst="rect">
            <a:avLst/>
          </a:prstGeom>
        </p:spPr>
      </p:pic>
    </p:spTree>
    <p:extLst>
      <p:ext uri="{BB962C8B-B14F-4D97-AF65-F5344CB8AC3E}">
        <p14:creationId xmlns:p14="http://schemas.microsoft.com/office/powerpoint/2010/main" val="19655967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screenshot of a computer&#10;&#10;AI-generated content may be incorrect.">
            <a:extLst>
              <a:ext uri="{FF2B5EF4-FFF2-40B4-BE49-F238E27FC236}">
                <a16:creationId xmlns:a16="http://schemas.microsoft.com/office/drawing/2014/main" id="{4BA3ACDB-9938-02C8-33C0-0D29DD5DB1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93783" y="1938127"/>
            <a:ext cx="3066866" cy="3997982"/>
          </a:xfrm>
          <a:prstGeom prst="rect">
            <a:avLst/>
          </a:prstGeom>
        </p:spPr>
      </p:pic>
      <p:pic>
        <p:nvPicPr>
          <p:cNvPr id="10" name="Picture 9" descr="A screenshot of a computer&#10;&#10;AI-generated content may be incorrect.">
            <a:extLst>
              <a:ext uri="{FF2B5EF4-FFF2-40B4-BE49-F238E27FC236}">
                <a16:creationId xmlns:a16="http://schemas.microsoft.com/office/drawing/2014/main" id="{B9A54076-1F5A-CE30-C95F-612F5FBDD6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24356" y="1938127"/>
            <a:ext cx="2705076" cy="3997982"/>
          </a:xfrm>
          <a:prstGeom prst="rect">
            <a:avLst/>
          </a:prstGeom>
        </p:spPr>
      </p:pic>
      <p:sp>
        <p:nvSpPr>
          <p:cNvPr id="11" name="TextBox 10">
            <a:extLst>
              <a:ext uri="{FF2B5EF4-FFF2-40B4-BE49-F238E27FC236}">
                <a16:creationId xmlns:a16="http://schemas.microsoft.com/office/drawing/2014/main" id="{8CE8DA5C-6174-F6E2-3472-7B7DD2FA82D8}"/>
              </a:ext>
            </a:extLst>
          </p:cNvPr>
          <p:cNvSpPr txBox="1"/>
          <p:nvPr/>
        </p:nvSpPr>
        <p:spPr>
          <a:xfrm>
            <a:off x="4562567" y="632192"/>
            <a:ext cx="3066865" cy="584775"/>
          </a:xfrm>
          <a:prstGeom prst="rect">
            <a:avLst/>
          </a:prstGeom>
          <a:noFill/>
        </p:spPr>
        <p:txBody>
          <a:bodyPr wrap="none" rtlCol="0">
            <a:spAutoFit/>
          </a:bodyPr>
          <a:lstStyle/>
          <a:p>
            <a:r>
              <a:rPr lang="en-IN" sz="3200" b="1" dirty="0"/>
              <a:t>Project Structure</a:t>
            </a:r>
          </a:p>
        </p:txBody>
      </p:sp>
      <p:sp>
        <p:nvSpPr>
          <p:cNvPr id="2" name="TextBox 1">
            <a:extLst>
              <a:ext uri="{FF2B5EF4-FFF2-40B4-BE49-F238E27FC236}">
                <a16:creationId xmlns:a16="http://schemas.microsoft.com/office/drawing/2014/main" id="{5BF5D788-23AB-9137-061E-4522FA07C22B}"/>
              </a:ext>
            </a:extLst>
          </p:cNvPr>
          <p:cNvSpPr txBox="1"/>
          <p:nvPr/>
        </p:nvSpPr>
        <p:spPr>
          <a:xfrm>
            <a:off x="1364725" y="1476462"/>
            <a:ext cx="1579022" cy="461665"/>
          </a:xfrm>
          <a:prstGeom prst="rect">
            <a:avLst/>
          </a:prstGeom>
          <a:noFill/>
        </p:spPr>
        <p:txBody>
          <a:bodyPr wrap="none" rtlCol="0">
            <a:spAutoFit/>
          </a:bodyPr>
          <a:lstStyle/>
          <a:p>
            <a:r>
              <a:rPr lang="en-IN" sz="2400" b="1" dirty="0"/>
              <a:t>Front End -</a:t>
            </a:r>
          </a:p>
        </p:txBody>
      </p:sp>
      <p:sp>
        <p:nvSpPr>
          <p:cNvPr id="3" name="TextBox 2">
            <a:extLst>
              <a:ext uri="{FF2B5EF4-FFF2-40B4-BE49-F238E27FC236}">
                <a16:creationId xmlns:a16="http://schemas.microsoft.com/office/drawing/2014/main" id="{4A2A649F-0B40-FAFB-A6D5-4F235544EDBB}"/>
              </a:ext>
            </a:extLst>
          </p:cNvPr>
          <p:cNvSpPr txBox="1"/>
          <p:nvPr/>
        </p:nvSpPr>
        <p:spPr>
          <a:xfrm>
            <a:off x="7993139" y="1484851"/>
            <a:ext cx="1499128" cy="461665"/>
          </a:xfrm>
          <a:prstGeom prst="rect">
            <a:avLst/>
          </a:prstGeom>
          <a:noFill/>
        </p:spPr>
        <p:txBody>
          <a:bodyPr wrap="none" rtlCol="0">
            <a:spAutoFit/>
          </a:bodyPr>
          <a:lstStyle/>
          <a:p>
            <a:r>
              <a:rPr lang="en-IN" sz="2400" b="1" dirty="0"/>
              <a:t>Back End -</a:t>
            </a:r>
          </a:p>
        </p:txBody>
      </p:sp>
      <p:pic>
        <p:nvPicPr>
          <p:cNvPr id="5" name="Picture 4" descr="A screenshot of a computer&#10;&#10;AI-generated content may be incorrect.">
            <a:extLst>
              <a:ext uri="{FF2B5EF4-FFF2-40B4-BE49-F238E27FC236}">
                <a16:creationId xmlns:a16="http://schemas.microsoft.com/office/drawing/2014/main" id="{BADEB034-8524-F130-CBE4-F4CDD146554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23660" y="1938127"/>
            <a:ext cx="2994373" cy="3997982"/>
          </a:xfrm>
          <a:prstGeom prst="rect">
            <a:avLst/>
          </a:prstGeom>
        </p:spPr>
      </p:pic>
    </p:spTree>
    <p:extLst>
      <p:ext uri="{BB962C8B-B14F-4D97-AF65-F5344CB8AC3E}">
        <p14:creationId xmlns:p14="http://schemas.microsoft.com/office/powerpoint/2010/main" val="553784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screenshot of a computer&#10;&#10;AI-generated content may be incorrect.">
            <a:extLst>
              <a:ext uri="{FF2B5EF4-FFF2-40B4-BE49-F238E27FC236}">
                <a16:creationId xmlns:a16="http://schemas.microsoft.com/office/drawing/2014/main" id="{868A0071-CDB5-C10E-BE85-07A87D52C2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7447" y="1480347"/>
            <a:ext cx="8077106" cy="4249334"/>
          </a:xfrm>
          <a:prstGeom prst="rect">
            <a:avLst/>
          </a:prstGeom>
        </p:spPr>
      </p:pic>
      <p:sp>
        <p:nvSpPr>
          <p:cNvPr id="2" name="TextBox 1">
            <a:extLst>
              <a:ext uri="{FF2B5EF4-FFF2-40B4-BE49-F238E27FC236}">
                <a16:creationId xmlns:a16="http://schemas.microsoft.com/office/drawing/2014/main" id="{C4C931F8-1C94-A8DC-5174-34E31788538A}"/>
              </a:ext>
            </a:extLst>
          </p:cNvPr>
          <p:cNvSpPr txBox="1"/>
          <p:nvPr/>
        </p:nvSpPr>
        <p:spPr>
          <a:xfrm>
            <a:off x="4824452" y="656939"/>
            <a:ext cx="2042354" cy="584775"/>
          </a:xfrm>
          <a:prstGeom prst="rect">
            <a:avLst/>
          </a:prstGeom>
          <a:noFill/>
        </p:spPr>
        <p:txBody>
          <a:bodyPr wrap="none" rtlCol="0">
            <a:spAutoFit/>
          </a:bodyPr>
          <a:lstStyle/>
          <a:p>
            <a:r>
              <a:rPr lang="en-IN" sz="3200" b="1" dirty="0" err="1"/>
              <a:t>DashBoard</a:t>
            </a:r>
            <a:endParaRPr lang="en-IN" sz="3200" b="1" dirty="0"/>
          </a:p>
        </p:txBody>
      </p:sp>
    </p:spTree>
    <p:extLst>
      <p:ext uri="{BB962C8B-B14F-4D97-AF65-F5344CB8AC3E}">
        <p14:creationId xmlns:p14="http://schemas.microsoft.com/office/powerpoint/2010/main" val="3629029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screenshot of a computer&#10;&#10;AI-generated content may be incorrect.">
            <a:extLst>
              <a:ext uri="{FF2B5EF4-FFF2-40B4-BE49-F238E27FC236}">
                <a16:creationId xmlns:a16="http://schemas.microsoft.com/office/drawing/2014/main" id="{448BD350-1B6A-99A8-1CDC-5297CA34F4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49339" y="1595430"/>
            <a:ext cx="3220705" cy="1728635"/>
          </a:xfrm>
          <a:prstGeom prst="rect">
            <a:avLst/>
          </a:prstGeom>
        </p:spPr>
      </p:pic>
      <p:pic>
        <p:nvPicPr>
          <p:cNvPr id="10" name="Picture 9" descr="A close-up of a graph&#10;&#10;AI-generated content may be incorrect.">
            <a:extLst>
              <a:ext uri="{FF2B5EF4-FFF2-40B4-BE49-F238E27FC236}">
                <a16:creationId xmlns:a16="http://schemas.microsoft.com/office/drawing/2014/main" id="{65F45DC9-9893-1F1A-6A89-F80DAD0486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5592" y="1595430"/>
            <a:ext cx="3618056" cy="1728635"/>
          </a:xfrm>
          <a:prstGeom prst="rect">
            <a:avLst/>
          </a:prstGeom>
        </p:spPr>
      </p:pic>
      <p:pic>
        <p:nvPicPr>
          <p:cNvPr id="14" name="Picture 13" descr="A screenshot of a graph&#10;&#10;AI-generated content may be incorrect.">
            <a:extLst>
              <a:ext uri="{FF2B5EF4-FFF2-40B4-BE49-F238E27FC236}">
                <a16:creationId xmlns:a16="http://schemas.microsoft.com/office/drawing/2014/main" id="{47A00149-AB57-FDB6-691C-66BEAAD70AA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83910" y="3549043"/>
            <a:ext cx="4808737" cy="2552445"/>
          </a:xfrm>
          <a:prstGeom prst="rect">
            <a:avLst/>
          </a:prstGeom>
        </p:spPr>
      </p:pic>
      <p:pic>
        <p:nvPicPr>
          <p:cNvPr id="18" name="Picture 17" descr="A screenshot of a graph&#10;&#10;AI-generated content may be incorrect.">
            <a:extLst>
              <a:ext uri="{FF2B5EF4-FFF2-40B4-BE49-F238E27FC236}">
                <a16:creationId xmlns:a16="http://schemas.microsoft.com/office/drawing/2014/main" id="{4152AD5D-ADD6-FF32-2C82-8F10185AEF5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48352" y="1595429"/>
            <a:ext cx="3145439" cy="1728636"/>
          </a:xfrm>
          <a:prstGeom prst="rect">
            <a:avLst/>
          </a:prstGeom>
        </p:spPr>
      </p:pic>
      <p:sp>
        <p:nvSpPr>
          <p:cNvPr id="2" name="TextBox 1">
            <a:extLst>
              <a:ext uri="{FF2B5EF4-FFF2-40B4-BE49-F238E27FC236}">
                <a16:creationId xmlns:a16="http://schemas.microsoft.com/office/drawing/2014/main" id="{8B8388C9-06BE-80AB-4FF3-22E22C792DFF}"/>
              </a:ext>
            </a:extLst>
          </p:cNvPr>
          <p:cNvSpPr txBox="1"/>
          <p:nvPr/>
        </p:nvSpPr>
        <p:spPr>
          <a:xfrm>
            <a:off x="5402252" y="871202"/>
            <a:ext cx="2031133" cy="584775"/>
          </a:xfrm>
          <a:prstGeom prst="rect">
            <a:avLst/>
          </a:prstGeom>
          <a:noFill/>
        </p:spPr>
        <p:txBody>
          <a:bodyPr wrap="none" rtlCol="0">
            <a:spAutoFit/>
          </a:bodyPr>
          <a:lstStyle/>
          <a:p>
            <a:r>
              <a:rPr lang="en-IN" sz="3200" b="1" dirty="0"/>
              <a:t>Dashboard</a:t>
            </a:r>
          </a:p>
        </p:txBody>
      </p:sp>
      <p:pic>
        <p:nvPicPr>
          <p:cNvPr id="3" name="Picture 2" descr="A screenshot of a graph&#10;&#10;AI-generated content may be incorrect.">
            <a:extLst>
              <a:ext uri="{FF2B5EF4-FFF2-40B4-BE49-F238E27FC236}">
                <a16:creationId xmlns:a16="http://schemas.microsoft.com/office/drawing/2014/main" id="{5D1ACAB4-7E48-9697-EC3F-D9DA090E7D4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48352" y="3550823"/>
            <a:ext cx="5061555" cy="2103357"/>
          </a:xfrm>
          <a:prstGeom prst="rect">
            <a:avLst/>
          </a:prstGeom>
        </p:spPr>
      </p:pic>
    </p:spTree>
    <p:extLst>
      <p:ext uri="{BB962C8B-B14F-4D97-AF65-F5344CB8AC3E}">
        <p14:creationId xmlns:p14="http://schemas.microsoft.com/office/powerpoint/2010/main" val="2971381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screenshot of a computer&#10;&#10;AI-generated content may be incorrect.">
            <a:extLst>
              <a:ext uri="{FF2B5EF4-FFF2-40B4-BE49-F238E27FC236}">
                <a16:creationId xmlns:a16="http://schemas.microsoft.com/office/drawing/2014/main" id="{BE1D46EC-4502-BEC8-52DC-C6B3249ED9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7667" y="1931506"/>
            <a:ext cx="5159655" cy="2604983"/>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2275629D-4033-1356-A9C7-0CED75BC8C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69816" y="1931505"/>
            <a:ext cx="4854517" cy="2604983"/>
          </a:xfrm>
          <a:prstGeom prst="rect">
            <a:avLst/>
          </a:prstGeom>
        </p:spPr>
      </p:pic>
      <p:sp>
        <p:nvSpPr>
          <p:cNvPr id="2" name="TextBox 1">
            <a:extLst>
              <a:ext uri="{FF2B5EF4-FFF2-40B4-BE49-F238E27FC236}">
                <a16:creationId xmlns:a16="http://schemas.microsoft.com/office/drawing/2014/main" id="{6BB9EC9F-3F88-0BBB-0DEB-E0DF8AEBEA91}"/>
              </a:ext>
            </a:extLst>
          </p:cNvPr>
          <p:cNvSpPr txBox="1"/>
          <p:nvPr/>
        </p:nvSpPr>
        <p:spPr>
          <a:xfrm>
            <a:off x="3675669" y="4903664"/>
            <a:ext cx="5736250" cy="584775"/>
          </a:xfrm>
          <a:prstGeom prst="rect">
            <a:avLst/>
          </a:prstGeom>
          <a:noFill/>
        </p:spPr>
        <p:txBody>
          <a:bodyPr wrap="none" rtlCol="0">
            <a:spAutoFit/>
          </a:bodyPr>
          <a:lstStyle/>
          <a:p>
            <a:r>
              <a:rPr lang="en-IN" sz="3200" b="1" dirty="0"/>
              <a:t>Data Analytics for useful Insights</a:t>
            </a:r>
          </a:p>
        </p:txBody>
      </p:sp>
    </p:spTree>
    <p:extLst>
      <p:ext uri="{BB962C8B-B14F-4D97-AF65-F5344CB8AC3E}">
        <p14:creationId xmlns:p14="http://schemas.microsoft.com/office/powerpoint/2010/main" val="218086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creenshot of a computer&#10;&#10;AI-generated content may be incorrect.">
            <a:extLst>
              <a:ext uri="{FF2B5EF4-FFF2-40B4-BE49-F238E27FC236}">
                <a16:creationId xmlns:a16="http://schemas.microsoft.com/office/drawing/2014/main" id="{ED18BF77-1953-C9D0-E7BB-434D156DDB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7565" y="2166151"/>
            <a:ext cx="4996997" cy="2615574"/>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00701C51-3393-A772-ADF2-1CAF9863A6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45238" y="2166151"/>
            <a:ext cx="5329197" cy="2615574"/>
          </a:xfrm>
          <a:prstGeom prst="rect">
            <a:avLst/>
          </a:prstGeom>
        </p:spPr>
      </p:pic>
      <p:sp>
        <p:nvSpPr>
          <p:cNvPr id="10" name="TextBox 9">
            <a:extLst>
              <a:ext uri="{FF2B5EF4-FFF2-40B4-BE49-F238E27FC236}">
                <a16:creationId xmlns:a16="http://schemas.microsoft.com/office/drawing/2014/main" id="{EC4898E8-FE52-6656-73BB-9CE34885ED4D}"/>
              </a:ext>
            </a:extLst>
          </p:cNvPr>
          <p:cNvSpPr txBox="1"/>
          <p:nvPr/>
        </p:nvSpPr>
        <p:spPr>
          <a:xfrm>
            <a:off x="5327120" y="1216729"/>
            <a:ext cx="1236236" cy="584775"/>
          </a:xfrm>
          <a:prstGeom prst="rect">
            <a:avLst/>
          </a:prstGeom>
          <a:noFill/>
        </p:spPr>
        <p:txBody>
          <a:bodyPr wrap="none" rtlCol="0">
            <a:spAutoFit/>
          </a:bodyPr>
          <a:lstStyle/>
          <a:p>
            <a:r>
              <a:rPr lang="en-IN" sz="3200" b="1" dirty="0"/>
              <a:t>About</a:t>
            </a:r>
          </a:p>
        </p:txBody>
      </p:sp>
    </p:spTree>
    <p:extLst>
      <p:ext uri="{BB962C8B-B14F-4D97-AF65-F5344CB8AC3E}">
        <p14:creationId xmlns:p14="http://schemas.microsoft.com/office/powerpoint/2010/main" val="3294958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6678C6B-2FA7-5C25-28CD-ACA574ED6064}"/>
              </a:ext>
            </a:extLst>
          </p:cNvPr>
          <p:cNvSpPr txBox="1"/>
          <p:nvPr/>
        </p:nvSpPr>
        <p:spPr>
          <a:xfrm>
            <a:off x="5395327" y="941034"/>
            <a:ext cx="1401346" cy="584775"/>
          </a:xfrm>
          <a:prstGeom prst="rect">
            <a:avLst/>
          </a:prstGeom>
          <a:noFill/>
        </p:spPr>
        <p:txBody>
          <a:bodyPr wrap="none" rtlCol="0">
            <a:spAutoFit/>
          </a:bodyPr>
          <a:lstStyle/>
          <a:p>
            <a:r>
              <a:rPr lang="en-IN" sz="3200" b="1" dirty="0"/>
              <a:t>Plugins</a:t>
            </a:r>
          </a:p>
        </p:txBody>
      </p:sp>
      <p:sp>
        <p:nvSpPr>
          <p:cNvPr id="7" name="TextBox 6">
            <a:extLst>
              <a:ext uri="{FF2B5EF4-FFF2-40B4-BE49-F238E27FC236}">
                <a16:creationId xmlns:a16="http://schemas.microsoft.com/office/drawing/2014/main" id="{BB6A811F-8B24-86E9-4FD0-E48F0730B0C8}"/>
              </a:ext>
            </a:extLst>
          </p:cNvPr>
          <p:cNvSpPr txBox="1"/>
          <p:nvPr/>
        </p:nvSpPr>
        <p:spPr>
          <a:xfrm>
            <a:off x="1352974" y="1525809"/>
            <a:ext cx="1043876" cy="461665"/>
          </a:xfrm>
          <a:prstGeom prst="rect">
            <a:avLst/>
          </a:prstGeom>
          <a:noFill/>
        </p:spPr>
        <p:txBody>
          <a:bodyPr wrap="none" rtlCol="0">
            <a:spAutoFit/>
          </a:bodyPr>
          <a:lstStyle/>
          <a:p>
            <a:r>
              <a:rPr lang="en-IN" sz="2400" b="1" dirty="0"/>
              <a:t>PMD - </a:t>
            </a:r>
          </a:p>
        </p:txBody>
      </p:sp>
      <p:pic>
        <p:nvPicPr>
          <p:cNvPr id="9" name="Picture 8" descr="A screenshot of a computer&#10;&#10;AI-generated content may be incorrect.">
            <a:extLst>
              <a:ext uri="{FF2B5EF4-FFF2-40B4-BE49-F238E27FC236}">
                <a16:creationId xmlns:a16="http://schemas.microsoft.com/office/drawing/2014/main" id="{D848BE1F-A728-B238-292D-F3A02AA876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29388" y="1525809"/>
            <a:ext cx="6711642" cy="4189590"/>
          </a:xfrm>
          <a:prstGeom prst="rect">
            <a:avLst/>
          </a:prstGeom>
        </p:spPr>
      </p:pic>
      <p:pic>
        <p:nvPicPr>
          <p:cNvPr id="3" name="Picture 2" descr="A screenshot of a computer program&#10;&#10;AI-generated content may be incorrect.">
            <a:extLst>
              <a:ext uri="{FF2B5EF4-FFF2-40B4-BE49-F238E27FC236}">
                <a16:creationId xmlns:a16="http://schemas.microsoft.com/office/drawing/2014/main" id="{12AB968F-5B5E-2FD7-D2FA-E4FD1EA38A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5135" y="2289924"/>
            <a:ext cx="3421433" cy="2063962"/>
          </a:xfrm>
          <a:prstGeom prst="rect">
            <a:avLst/>
          </a:prstGeom>
        </p:spPr>
      </p:pic>
    </p:spTree>
    <p:extLst>
      <p:ext uri="{BB962C8B-B14F-4D97-AF65-F5344CB8AC3E}">
        <p14:creationId xmlns:p14="http://schemas.microsoft.com/office/powerpoint/2010/main" val="2849751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86305B-EA18-857E-10C7-38FC0A140E00}"/>
            </a:ext>
          </a:extLst>
        </p:cNvPr>
        <p:cNvGrpSpPr/>
        <p:nvPr/>
      </p:nvGrpSpPr>
      <p:grpSpPr>
        <a:xfrm>
          <a:off x="0" y="0"/>
          <a:ext cx="0" cy="0"/>
          <a:chOff x="0" y="0"/>
          <a:chExt cx="0" cy="0"/>
        </a:xfrm>
      </p:grpSpPr>
      <p:pic>
        <p:nvPicPr>
          <p:cNvPr id="42" name="Picture 41" descr="A screenshot of a computer&#10;&#10;AI-generated content may be incorrect.">
            <a:extLst>
              <a:ext uri="{FF2B5EF4-FFF2-40B4-BE49-F238E27FC236}">
                <a16:creationId xmlns:a16="http://schemas.microsoft.com/office/drawing/2014/main" id="{62C25BD9-D2DD-107A-5189-B8651445B7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98362" y="1887523"/>
            <a:ext cx="6583389" cy="3723164"/>
          </a:xfrm>
          <a:prstGeom prst="rect">
            <a:avLst/>
          </a:prstGeom>
        </p:spPr>
      </p:pic>
      <p:sp>
        <p:nvSpPr>
          <p:cNvPr id="43" name="TextBox 42">
            <a:extLst>
              <a:ext uri="{FF2B5EF4-FFF2-40B4-BE49-F238E27FC236}">
                <a16:creationId xmlns:a16="http://schemas.microsoft.com/office/drawing/2014/main" id="{22B38417-BCC4-5920-FA1D-4AA87B56DB25}"/>
              </a:ext>
            </a:extLst>
          </p:cNvPr>
          <p:cNvSpPr txBox="1"/>
          <p:nvPr/>
        </p:nvSpPr>
        <p:spPr>
          <a:xfrm>
            <a:off x="1260629" y="1686757"/>
            <a:ext cx="2424382" cy="461665"/>
          </a:xfrm>
          <a:prstGeom prst="rect">
            <a:avLst/>
          </a:prstGeom>
          <a:noFill/>
        </p:spPr>
        <p:txBody>
          <a:bodyPr wrap="none" rtlCol="0">
            <a:spAutoFit/>
          </a:bodyPr>
          <a:lstStyle/>
          <a:p>
            <a:r>
              <a:rPr lang="en-IN" sz="2400" b="1" dirty="0"/>
              <a:t>Spot Bug Report -</a:t>
            </a:r>
          </a:p>
        </p:txBody>
      </p:sp>
      <p:pic>
        <p:nvPicPr>
          <p:cNvPr id="3" name="Picture 2" descr="A computer screen shot of a program&#10;&#10;AI-generated content may be incorrect.">
            <a:extLst>
              <a:ext uri="{FF2B5EF4-FFF2-40B4-BE49-F238E27FC236}">
                <a16:creationId xmlns:a16="http://schemas.microsoft.com/office/drawing/2014/main" id="{4E124629-11C9-F01C-E064-41A7E67F8D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0069" y="2322911"/>
            <a:ext cx="3466183" cy="2848332"/>
          </a:xfrm>
          <a:prstGeom prst="rect">
            <a:avLst/>
          </a:prstGeom>
        </p:spPr>
      </p:pic>
    </p:spTree>
    <p:extLst>
      <p:ext uri="{BB962C8B-B14F-4D97-AF65-F5344CB8AC3E}">
        <p14:creationId xmlns:p14="http://schemas.microsoft.com/office/powerpoint/2010/main" val="1679247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screenshot of a computer&#10;&#10;AI-generated content may be incorrect.">
            <a:extLst>
              <a:ext uri="{FF2B5EF4-FFF2-40B4-BE49-F238E27FC236}">
                <a16:creationId xmlns:a16="http://schemas.microsoft.com/office/drawing/2014/main" id="{CED353DC-9999-16D1-A367-A8181366BC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09534" y="2082071"/>
            <a:ext cx="8437138" cy="3342184"/>
          </a:xfrm>
          <a:prstGeom prst="rect">
            <a:avLst/>
          </a:prstGeom>
        </p:spPr>
      </p:pic>
      <p:sp>
        <p:nvSpPr>
          <p:cNvPr id="8" name="TextBox 7">
            <a:extLst>
              <a:ext uri="{FF2B5EF4-FFF2-40B4-BE49-F238E27FC236}">
                <a16:creationId xmlns:a16="http://schemas.microsoft.com/office/drawing/2014/main" id="{CF55570E-4C6A-9F68-3BC7-782084625A2E}"/>
              </a:ext>
            </a:extLst>
          </p:cNvPr>
          <p:cNvSpPr txBox="1"/>
          <p:nvPr/>
        </p:nvSpPr>
        <p:spPr>
          <a:xfrm>
            <a:off x="2109534" y="1620406"/>
            <a:ext cx="1379673" cy="461665"/>
          </a:xfrm>
          <a:prstGeom prst="rect">
            <a:avLst/>
          </a:prstGeom>
          <a:noFill/>
        </p:spPr>
        <p:txBody>
          <a:bodyPr wrap="none" rtlCol="0">
            <a:spAutoFit/>
          </a:bodyPr>
          <a:lstStyle/>
          <a:p>
            <a:r>
              <a:rPr lang="en-IN" sz="2400" b="1" dirty="0" err="1"/>
              <a:t>JavaDoc</a:t>
            </a:r>
            <a:r>
              <a:rPr lang="en-IN" sz="2400" b="1" dirty="0"/>
              <a:t> -</a:t>
            </a:r>
          </a:p>
        </p:txBody>
      </p:sp>
    </p:spTree>
    <p:extLst>
      <p:ext uri="{BB962C8B-B14F-4D97-AF65-F5344CB8AC3E}">
        <p14:creationId xmlns:p14="http://schemas.microsoft.com/office/powerpoint/2010/main" val="1287462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screenshot of a chat&#10;&#10;AI-generated content may be incorrect.">
            <a:extLst>
              <a:ext uri="{FF2B5EF4-FFF2-40B4-BE49-F238E27FC236}">
                <a16:creationId xmlns:a16="http://schemas.microsoft.com/office/drawing/2014/main" id="{97A52793-C553-3D4C-FF5D-85E1FE5290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7398" y="1703261"/>
            <a:ext cx="3382975" cy="2183355"/>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0D3B02E5-B774-1A7A-50A8-B47457E55F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62412" y="1704513"/>
            <a:ext cx="2709124" cy="2182103"/>
          </a:xfrm>
          <a:prstGeom prst="rect">
            <a:avLst/>
          </a:prstGeom>
        </p:spPr>
      </p:pic>
      <p:pic>
        <p:nvPicPr>
          <p:cNvPr id="11" name="Picture 10" descr="A screenshot of a computer program&#10;&#10;AI-generated content may be incorrect.">
            <a:extLst>
              <a:ext uri="{FF2B5EF4-FFF2-40B4-BE49-F238E27FC236}">
                <a16:creationId xmlns:a16="http://schemas.microsoft.com/office/drawing/2014/main" id="{F04BA071-FFA2-3E5D-AE15-7F79F2C6127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87051" y="1703261"/>
            <a:ext cx="2539015" cy="2183355"/>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9F71C684-DE4D-93EA-D7C6-BA86E703839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26030" y="3982260"/>
            <a:ext cx="3781887" cy="2065952"/>
          </a:xfrm>
          <a:prstGeom prst="rect">
            <a:avLst/>
          </a:prstGeom>
        </p:spPr>
      </p:pic>
      <p:sp>
        <p:nvSpPr>
          <p:cNvPr id="14" name="TextBox 13">
            <a:extLst>
              <a:ext uri="{FF2B5EF4-FFF2-40B4-BE49-F238E27FC236}">
                <a16:creationId xmlns:a16="http://schemas.microsoft.com/office/drawing/2014/main" id="{AAD49CFD-3851-2D43-4EE3-ACC967FDB7B9}"/>
              </a:ext>
            </a:extLst>
          </p:cNvPr>
          <p:cNvSpPr txBox="1"/>
          <p:nvPr/>
        </p:nvSpPr>
        <p:spPr>
          <a:xfrm>
            <a:off x="5258269" y="1024094"/>
            <a:ext cx="1675459" cy="584775"/>
          </a:xfrm>
          <a:prstGeom prst="rect">
            <a:avLst/>
          </a:prstGeom>
          <a:noFill/>
        </p:spPr>
        <p:txBody>
          <a:bodyPr wrap="none" rtlCol="0">
            <a:spAutoFit/>
          </a:bodyPr>
          <a:lstStyle/>
          <a:p>
            <a:r>
              <a:rPr lang="en-IN" sz="3200" b="1" dirty="0"/>
              <a:t>Schemas</a:t>
            </a:r>
          </a:p>
        </p:txBody>
      </p:sp>
    </p:spTree>
    <p:extLst>
      <p:ext uri="{BB962C8B-B14F-4D97-AF65-F5344CB8AC3E}">
        <p14:creationId xmlns:p14="http://schemas.microsoft.com/office/powerpoint/2010/main" val="1287320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screenshot of a computer&#10;&#10;AI-generated content may be incorrect.">
            <a:extLst>
              <a:ext uri="{FF2B5EF4-FFF2-40B4-BE49-F238E27FC236}">
                <a16:creationId xmlns:a16="http://schemas.microsoft.com/office/drawing/2014/main" id="{E8E1C240-3671-4D60-4FF5-ADD895317D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6809" y="1863668"/>
            <a:ext cx="3925304" cy="2111053"/>
          </a:xfrm>
          <a:prstGeom prst="rect">
            <a:avLst/>
          </a:prstGeom>
        </p:spPr>
      </p:pic>
      <p:pic>
        <p:nvPicPr>
          <p:cNvPr id="9" name="Picture 8" descr="A close up of a line&#10;&#10;AI-generated content may be incorrect.">
            <a:extLst>
              <a:ext uri="{FF2B5EF4-FFF2-40B4-BE49-F238E27FC236}">
                <a16:creationId xmlns:a16="http://schemas.microsoft.com/office/drawing/2014/main" id="{4F585048-46D6-B927-27DF-3B4CEE129D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26733" y="4069070"/>
            <a:ext cx="4008504" cy="2088518"/>
          </a:xfrm>
          <a:prstGeom prst="rect">
            <a:avLst/>
          </a:prstGeom>
        </p:spPr>
      </p:pic>
      <p:pic>
        <p:nvPicPr>
          <p:cNvPr id="12" name="Picture 11" descr="A close up of a screen&#10;&#10;AI-generated content may be incorrect.">
            <a:extLst>
              <a:ext uri="{FF2B5EF4-FFF2-40B4-BE49-F238E27FC236}">
                <a16:creationId xmlns:a16="http://schemas.microsoft.com/office/drawing/2014/main" id="{9FB3023E-8BE6-6CCE-D643-9B555A8D67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74904" y="4069070"/>
            <a:ext cx="3957209" cy="1886439"/>
          </a:xfrm>
          <a:prstGeom prst="rect">
            <a:avLst/>
          </a:prstGeom>
        </p:spPr>
      </p:pic>
      <p:sp>
        <p:nvSpPr>
          <p:cNvPr id="15" name="TextBox 14">
            <a:extLst>
              <a:ext uri="{FF2B5EF4-FFF2-40B4-BE49-F238E27FC236}">
                <a16:creationId xmlns:a16="http://schemas.microsoft.com/office/drawing/2014/main" id="{5D187D34-9355-743B-28C7-017079320F1A}"/>
              </a:ext>
            </a:extLst>
          </p:cNvPr>
          <p:cNvSpPr txBox="1"/>
          <p:nvPr/>
        </p:nvSpPr>
        <p:spPr>
          <a:xfrm>
            <a:off x="2321797" y="833311"/>
            <a:ext cx="8456103" cy="1077218"/>
          </a:xfrm>
          <a:prstGeom prst="rect">
            <a:avLst/>
          </a:prstGeom>
          <a:noFill/>
        </p:spPr>
        <p:txBody>
          <a:bodyPr wrap="square" rtlCol="0">
            <a:spAutoFit/>
          </a:bodyPr>
          <a:lstStyle/>
          <a:p>
            <a:pPr algn="ctr"/>
            <a:r>
              <a:rPr lang="en-IN" sz="3200" b="1" dirty="0"/>
              <a:t> Rest API testing and OpenAPI specification based documentation using Swagger</a:t>
            </a:r>
          </a:p>
        </p:txBody>
      </p:sp>
      <p:pic>
        <p:nvPicPr>
          <p:cNvPr id="3" name="Picture 2" descr="A screenshot of a computer&#10;&#10;AI-generated content may be incorrect.">
            <a:extLst>
              <a:ext uri="{FF2B5EF4-FFF2-40B4-BE49-F238E27FC236}">
                <a16:creationId xmlns:a16="http://schemas.microsoft.com/office/drawing/2014/main" id="{9BF084B3-1246-53EA-0CCA-D4B5668AB7F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26733" y="1863668"/>
            <a:ext cx="4008504" cy="2126306"/>
          </a:xfrm>
          <a:prstGeom prst="rect">
            <a:avLst/>
          </a:prstGeom>
        </p:spPr>
      </p:pic>
    </p:spTree>
    <p:extLst>
      <p:ext uri="{BB962C8B-B14F-4D97-AF65-F5344CB8AC3E}">
        <p14:creationId xmlns:p14="http://schemas.microsoft.com/office/powerpoint/2010/main" val="759432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screenshot of a computer&#10;&#10;AI-generated content may be incorrect.">
            <a:extLst>
              <a:ext uri="{FF2B5EF4-FFF2-40B4-BE49-F238E27FC236}">
                <a16:creationId xmlns:a16="http://schemas.microsoft.com/office/drawing/2014/main" id="{FD6DD32D-0429-F9DE-D203-E99CE44B15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6575" y="2350710"/>
            <a:ext cx="5118374" cy="3378972"/>
          </a:xfrm>
          <a:prstGeom prst="rect">
            <a:avLst/>
          </a:prstGeom>
        </p:spPr>
      </p:pic>
      <p:sp>
        <p:nvSpPr>
          <p:cNvPr id="9" name="TextBox 8">
            <a:extLst>
              <a:ext uri="{FF2B5EF4-FFF2-40B4-BE49-F238E27FC236}">
                <a16:creationId xmlns:a16="http://schemas.microsoft.com/office/drawing/2014/main" id="{9FEE24EC-60E7-8370-C247-AB163DECA155}"/>
              </a:ext>
            </a:extLst>
          </p:cNvPr>
          <p:cNvSpPr txBox="1"/>
          <p:nvPr/>
        </p:nvSpPr>
        <p:spPr>
          <a:xfrm>
            <a:off x="3062294" y="1078850"/>
            <a:ext cx="6650347" cy="584775"/>
          </a:xfrm>
          <a:prstGeom prst="rect">
            <a:avLst/>
          </a:prstGeom>
          <a:noFill/>
        </p:spPr>
        <p:txBody>
          <a:bodyPr wrap="none" lIns="91440" tIns="45720" rIns="91440" bIns="45720" rtlCol="0" anchor="t">
            <a:spAutoFit/>
          </a:bodyPr>
          <a:lstStyle/>
          <a:p>
            <a:r>
              <a:rPr lang="en-IN" sz="3200" b="1" dirty="0"/>
              <a:t>Testing REST Endpoints using Postman</a:t>
            </a:r>
          </a:p>
        </p:txBody>
      </p:sp>
      <p:sp>
        <p:nvSpPr>
          <p:cNvPr id="2" name="TextBox 1">
            <a:extLst>
              <a:ext uri="{FF2B5EF4-FFF2-40B4-BE49-F238E27FC236}">
                <a16:creationId xmlns:a16="http://schemas.microsoft.com/office/drawing/2014/main" id="{DA1C46F1-841F-AA4D-5D5C-6B2A48C6721C}"/>
              </a:ext>
            </a:extLst>
          </p:cNvPr>
          <p:cNvSpPr txBox="1"/>
          <p:nvPr/>
        </p:nvSpPr>
        <p:spPr>
          <a:xfrm>
            <a:off x="886575" y="1793147"/>
            <a:ext cx="1812740" cy="461665"/>
          </a:xfrm>
          <a:prstGeom prst="rect">
            <a:avLst/>
          </a:prstGeom>
          <a:noFill/>
        </p:spPr>
        <p:txBody>
          <a:bodyPr wrap="none" rtlCol="0">
            <a:spAutoFit/>
          </a:bodyPr>
          <a:lstStyle/>
          <a:p>
            <a:r>
              <a:rPr lang="en-IN" sz="2400" b="1" dirty="0" err="1"/>
              <a:t>DashBoard</a:t>
            </a:r>
            <a:r>
              <a:rPr lang="en-IN" sz="2400" b="1" dirty="0"/>
              <a:t> -</a:t>
            </a:r>
          </a:p>
        </p:txBody>
      </p:sp>
      <p:pic>
        <p:nvPicPr>
          <p:cNvPr id="4" name="Picture 3" descr="A screenshot of a computer program&#10;&#10;AI-generated content may be incorrect.">
            <a:extLst>
              <a:ext uri="{FF2B5EF4-FFF2-40B4-BE49-F238E27FC236}">
                <a16:creationId xmlns:a16="http://schemas.microsoft.com/office/drawing/2014/main" id="{92AD8977-EC2E-CB01-F5C9-FA2CFA7D24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37747" y="2350710"/>
            <a:ext cx="5186421" cy="3378972"/>
          </a:xfrm>
          <a:prstGeom prst="rect">
            <a:avLst/>
          </a:prstGeom>
        </p:spPr>
      </p:pic>
      <p:sp>
        <p:nvSpPr>
          <p:cNvPr id="5" name="TextBox 4">
            <a:extLst>
              <a:ext uri="{FF2B5EF4-FFF2-40B4-BE49-F238E27FC236}">
                <a16:creationId xmlns:a16="http://schemas.microsoft.com/office/drawing/2014/main" id="{37EBFC0F-EDB4-27E4-0316-B1B1E3DEAEBF}"/>
              </a:ext>
            </a:extLst>
          </p:cNvPr>
          <p:cNvSpPr txBox="1"/>
          <p:nvPr/>
        </p:nvSpPr>
        <p:spPr>
          <a:xfrm>
            <a:off x="6096000" y="1738765"/>
            <a:ext cx="1029449" cy="461665"/>
          </a:xfrm>
          <a:prstGeom prst="rect">
            <a:avLst/>
          </a:prstGeom>
          <a:noFill/>
        </p:spPr>
        <p:txBody>
          <a:bodyPr wrap="none" rtlCol="0">
            <a:spAutoFit/>
          </a:bodyPr>
          <a:lstStyle/>
          <a:p>
            <a:r>
              <a:rPr lang="en-IN" sz="2400" b="1" dirty="0"/>
              <a:t>Login -</a:t>
            </a:r>
          </a:p>
        </p:txBody>
      </p:sp>
    </p:spTree>
    <p:extLst>
      <p:ext uri="{BB962C8B-B14F-4D97-AF65-F5344CB8AC3E}">
        <p14:creationId xmlns:p14="http://schemas.microsoft.com/office/powerpoint/2010/main" val="1121160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E08DE7E-DD28-6120-FD80-C569AD8FB4A3}"/>
              </a:ext>
            </a:extLst>
          </p:cNvPr>
          <p:cNvSpPr txBox="1"/>
          <p:nvPr/>
        </p:nvSpPr>
        <p:spPr>
          <a:xfrm>
            <a:off x="2780123" y="1434517"/>
            <a:ext cx="6631752" cy="584775"/>
          </a:xfrm>
          <a:prstGeom prst="rect">
            <a:avLst/>
          </a:prstGeom>
          <a:noFill/>
        </p:spPr>
        <p:txBody>
          <a:bodyPr wrap="none" rtlCol="0">
            <a:spAutoFit/>
          </a:bodyPr>
          <a:lstStyle/>
          <a:p>
            <a:r>
              <a:rPr lang="en-IN" sz="3200" b="1" dirty="0"/>
              <a:t>Service Discovery Using Eureka Server</a:t>
            </a:r>
          </a:p>
        </p:txBody>
      </p:sp>
      <p:pic>
        <p:nvPicPr>
          <p:cNvPr id="8" name="Picture 7" descr="A screenshot of a computer&#10;&#10;AI-generated content may be incorrect.">
            <a:extLst>
              <a:ext uri="{FF2B5EF4-FFF2-40B4-BE49-F238E27FC236}">
                <a16:creationId xmlns:a16="http://schemas.microsoft.com/office/drawing/2014/main" id="{3A5404BD-5662-0D3A-E24C-DB6A363FBA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34104" y="2128445"/>
            <a:ext cx="7523791" cy="3771821"/>
          </a:xfrm>
          <a:prstGeom prst="rect">
            <a:avLst/>
          </a:prstGeom>
        </p:spPr>
      </p:pic>
    </p:spTree>
    <p:extLst>
      <p:ext uri="{BB962C8B-B14F-4D97-AF65-F5344CB8AC3E}">
        <p14:creationId xmlns:p14="http://schemas.microsoft.com/office/powerpoint/2010/main" val="1139362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EBC53-FC4D-923F-C5A3-E1EC75B8A72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995F5E1-EC7D-33F9-5AAA-379FBAC6BD96}"/>
              </a:ext>
            </a:extLst>
          </p:cNvPr>
          <p:cNvSpPr>
            <a:spLocks noGrp="1"/>
          </p:cNvSpPr>
          <p:nvPr>
            <p:ph type="body" sz="quarter" idx="34"/>
          </p:nvPr>
        </p:nvSpPr>
        <p:spPr>
          <a:xfrm>
            <a:off x="1125491" y="2723238"/>
            <a:ext cx="9933277" cy="2985796"/>
          </a:xfrm>
        </p:spPr>
        <p:txBody>
          <a:bodyPr vert="horz" lIns="91440" tIns="45720" rIns="91440" bIns="45720" rtlCol="0" anchor="t">
            <a:noAutofit/>
          </a:bodyPr>
          <a:lstStyle/>
          <a:p>
            <a:r>
              <a:rPr lang="en-IN" sz="2000" b="1">
                <a:ea typeface="+mn-lt"/>
                <a:cs typeface="+mn-lt"/>
              </a:rPr>
              <a:t>Data Overload:</a:t>
            </a:r>
            <a:r>
              <a:rPr lang="en-IN" sz="2000">
                <a:ea typeface="+mn-lt"/>
                <a:cs typeface="+mn-lt"/>
              </a:rPr>
              <a:t> We navigated vast amounts of financial data, dealing with different formats, sources, and update speeds to prevent inconsistencies.</a:t>
            </a:r>
            <a:endParaRPr lang="en-IN" sz="2000">
              <a:ea typeface="Calibri" panose="020F0502020204030204"/>
              <a:cs typeface="Calibri" panose="020F0502020204030204"/>
            </a:endParaRPr>
          </a:p>
          <a:p>
            <a:r>
              <a:rPr lang="en-IN" sz="2000" b="1">
                <a:ea typeface="+mn-lt"/>
                <a:cs typeface="+mn-lt"/>
              </a:rPr>
              <a:t>Ensuring Accuracy:</a:t>
            </a:r>
            <a:r>
              <a:rPr lang="en-IN" sz="2000">
                <a:ea typeface="+mn-lt"/>
                <a:cs typeface="+mn-lt"/>
              </a:rPr>
              <a:t> We focused heavily on validating all financial calculations (like depreciation, net asset value, interest) and ensuring precise data inputs everywhere to avoid costly errors.</a:t>
            </a:r>
            <a:endParaRPr lang="en-IN"/>
          </a:p>
          <a:p>
            <a:r>
              <a:rPr lang="en-IN" sz="2000" b="1">
                <a:ea typeface="+mn-lt"/>
                <a:cs typeface="+mn-lt"/>
              </a:rPr>
              <a:t>Live Updates:</a:t>
            </a:r>
            <a:r>
              <a:rPr lang="en-IN" sz="2000">
                <a:ea typeface="+mn-lt"/>
                <a:cs typeface="+mn-lt"/>
              </a:rPr>
              <a:t> Building real-time dashboards and reports required super-efficient backend logic and optimized queries to deliver instant insights.</a:t>
            </a:r>
            <a:endParaRPr lang="en-IN"/>
          </a:p>
          <a:p>
            <a:endParaRPr lang="en-IN" sz="2000">
              <a:ea typeface="Calibri" panose="020F0502020204030204"/>
              <a:cs typeface="Calibri" panose="020F0502020204030204"/>
            </a:endParaRPr>
          </a:p>
        </p:txBody>
      </p:sp>
      <p:sp>
        <p:nvSpPr>
          <p:cNvPr id="5" name="Title 4">
            <a:extLst>
              <a:ext uri="{FF2B5EF4-FFF2-40B4-BE49-F238E27FC236}">
                <a16:creationId xmlns:a16="http://schemas.microsoft.com/office/drawing/2014/main" id="{80EEBB23-DEAA-CE49-B7BF-6E8D6F173111}"/>
              </a:ext>
            </a:extLst>
          </p:cNvPr>
          <p:cNvSpPr>
            <a:spLocks noGrp="1"/>
          </p:cNvSpPr>
          <p:nvPr>
            <p:ph type="ctrTitle"/>
          </p:nvPr>
        </p:nvSpPr>
        <p:spPr>
          <a:xfrm>
            <a:off x="1018030" y="1316230"/>
            <a:ext cx="10158984" cy="1025922"/>
          </a:xfrm>
        </p:spPr>
        <p:txBody>
          <a:bodyPr/>
          <a:lstStyle/>
          <a:p>
            <a:r>
              <a:rPr lang="en-IN">
                <a:latin typeface="Georgia"/>
              </a:rPr>
              <a:t>Challenges Faced</a:t>
            </a:r>
            <a:endParaRPr lang="en-IN"/>
          </a:p>
        </p:txBody>
      </p:sp>
    </p:spTree>
    <p:extLst>
      <p:ext uri="{BB962C8B-B14F-4D97-AF65-F5344CB8AC3E}">
        <p14:creationId xmlns:p14="http://schemas.microsoft.com/office/powerpoint/2010/main" val="3733447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908AE-EFC3-D428-999F-D80F728E255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3C8B720-DB1F-D124-103E-61B46B836711}"/>
              </a:ext>
            </a:extLst>
          </p:cNvPr>
          <p:cNvSpPr>
            <a:spLocks noGrp="1"/>
          </p:cNvSpPr>
          <p:nvPr>
            <p:ph type="body" sz="quarter" idx="34"/>
          </p:nvPr>
        </p:nvSpPr>
        <p:spPr>
          <a:xfrm>
            <a:off x="1018030" y="2557161"/>
            <a:ext cx="9864893" cy="3308180"/>
          </a:xfrm>
        </p:spPr>
        <p:txBody>
          <a:bodyPr vert="horz" lIns="91440" tIns="45720" rIns="91440" bIns="45720" rtlCol="0" anchor="t">
            <a:noAutofit/>
          </a:bodyPr>
          <a:lstStyle/>
          <a:p>
            <a:pPr>
              <a:lnSpc>
                <a:spcPct val="100000"/>
              </a:lnSpc>
              <a:spcAft>
                <a:spcPts val="100"/>
              </a:spcAft>
            </a:pPr>
            <a:r>
              <a:rPr lang="en-IN" sz="2000" b="1" dirty="0">
                <a:ea typeface="+mn-lt"/>
                <a:cs typeface="+mn-lt"/>
              </a:rPr>
              <a:t>Financial Workflows : </a:t>
            </a:r>
            <a:r>
              <a:rPr lang="en-IN" sz="2000" dirty="0">
                <a:ea typeface="+mn-lt"/>
                <a:cs typeface="+mn-lt"/>
              </a:rPr>
              <a:t>Gained in-depth knowledge of how financial institutions manage assets, liabilities, risks, and compliance at an enterprise level.</a:t>
            </a:r>
            <a:endParaRPr lang="en-US" dirty="0">
              <a:ea typeface="+mn-lt"/>
              <a:cs typeface="+mn-lt"/>
            </a:endParaRPr>
          </a:p>
          <a:p>
            <a:pPr>
              <a:lnSpc>
                <a:spcPct val="100000"/>
              </a:lnSpc>
              <a:spcAft>
                <a:spcPts val="100"/>
              </a:spcAft>
            </a:pPr>
            <a:r>
              <a:rPr lang="en-IN" sz="2000" b="1" dirty="0">
                <a:ea typeface="+mn-lt"/>
                <a:cs typeface="+mn-lt"/>
              </a:rPr>
              <a:t>Backend Development (Spring Boot) : </a:t>
            </a:r>
            <a:r>
              <a:rPr lang="en-IN" sz="2000" dirty="0">
                <a:ea typeface="+mn-lt"/>
                <a:cs typeface="+mn-lt"/>
              </a:rPr>
              <a:t>Skilled in building RESTful APIs with Spring Boot, implementing layered architecture, and handling data with JPA with Eclipse Link.</a:t>
            </a:r>
            <a:endParaRPr lang="en-US" dirty="0">
              <a:ea typeface="+mn-lt"/>
              <a:cs typeface="+mn-lt"/>
            </a:endParaRPr>
          </a:p>
          <a:p>
            <a:pPr>
              <a:lnSpc>
                <a:spcPct val="100000"/>
              </a:lnSpc>
              <a:spcAft>
                <a:spcPts val="100"/>
              </a:spcAft>
            </a:pPr>
            <a:r>
              <a:rPr lang="en-IN" sz="2000" b="1" dirty="0">
                <a:ea typeface="+mn-lt"/>
                <a:cs typeface="+mn-lt"/>
              </a:rPr>
              <a:t>Frontend Integration (Oracle JET) : </a:t>
            </a:r>
            <a:r>
              <a:rPr lang="en-IN" sz="2000" dirty="0">
                <a:ea typeface="+mn-lt"/>
                <a:cs typeface="+mn-lt"/>
              </a:rPr>
              <a:t>Learned to build enterprise-level UIs with OJET, using its components, binding data with Knockout.js, and integrating with backend APIs.</a:t>
            </a:r>
            <a:br>
              <a:rPr lang="en-US" dirty="0"/>
            </a:br>
            <a:endParaRPr lang="en-US" dirty="0">
              <a:ea typeface="Calibri" panose="020F0502020204030204"/>
              <a:cs typeface="Calibri" panose="020F0502020204030204"/>
            </a:endParaRPr>
          </a:p>
          <a:p>
            <a:endParaRPr lang="en-IN" sz="2000" dirty="0">
              <a:ea typeface="Calibri"/>
              <a:cs typeface="Calibri"/>
            </a:endParaRPr>
          </a:p>
        </p:txBody>
      </p:sp>
      <p:sp>
        <p:nvSpPr>
          <p:cNvPr id="5" name="Title 4">
            <a:extLst>
              <a:ext uri="{FF2B5EF4-FFF2-40B4-BE49-F238E27FC236}">
                <a16:creationId xmlns:a16="http://schemas.microsoft.com/office/drawing/2014/main" id="{F7E16F74-9742-7042-F721-9DAACE5DF5E7}"/>
              </a:ext>
            </a:extLst>
          </p:cNvPr>
          <p:cNvSpPr>
            <a:spLocks noGrp="1"/>
          </p:cNvSpPr>
          <p:nvPr>
            <p:ph type="ctrTitle"/>
          </p:nvPr>
        </p:nvSpPr>
        <p:spPr>
          <a:xfrm>
            <a:off x="1018030" y="1198999"/>
            <a:ext cx="10158984" cy="1025922"/>
          </a:xfrm>
        </p:spPr>
        <p:txBody>
          <a:bodyPr/>
          <a:lstStyle/>
          <a:p>
            <a:r>
              <a:rPr lang="en-IN">
                <a:latin typeface="Georgia"/>
              </a:rPr>
              <a:t>Learnings &amp; Takeaways</a:t>
            </a:r>
            <a:endParaRPr lang="en-IN"/>
          </a:p>
        </p:txBody>
      </p:sp>
    </p:spTree>
    <p:extLst>
      <p:ext uri="{BB962C8B-B14F-4D97-AF65-F5344CB8AC3E}">
        <p14:creationId xmlns:p14="http://schemas.microsoft.com/office/powerpoint/2010/main" val="629168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CA40258-09C3-DE4F-2BD5-8AF6A0B1B466}"/>
              </a:ext>
            </a:extLst>
          </p:cNvPr>
          <p:cNvSpPr>
            <a:spLocks noGrp="1"/>
          </p:cNvSpPr>
          <p:nvPr>
            <p:ph type="body" sz="quarter" idx="43"/>
          </p:nvPr>
        </p:nvSpPr>
        <p:spPr/>
        <p:txBody>
          <a:bodyPr/>
          <a:lstStyle/>
          <a:p>
            <a:endParaRPr lang="en-IN"/>
          </a:p>
        </p:txBody>
      </p:sp>
      <p:sp>
        <p:nvSpPr>
          <p:cNvPr id="3" name="Title 2">
            <a:extLst>
              <a:ext uri="{FF2B5EF4-FFF2-40B4-BE49-F238E27FC236}">
                <a16:creationId xmlns:a16="http://schemas.microsoft.com/office/drawing/2014/main" id="{29D3FAAE-51AE-FA1F-0D62-F3F67FB6276A}"/>
              </a:ext>
            </a:extLst>
          </p:cNvPr>
          <p:cNvSpPr>
            <a:spLocks noGrp="1"/>
          </p:cNvSpPr>
          <p:nvPr>
            <p:ph type="title"/>
          </p:nvPr>
        </p:nvSpPr>
        <p:spPr/>
        <p:txBody>
          <a:bodyPr/>
          <a:lstStyle/>
          <a:p>
            <a:endParaRPr lang="en-IN"/>
          </a:p>
        </p:txBody>
      </p:sp>
      <p:sp>
        <p:nvSpPr>
          <p:cNvPr id="4" name="Footer Placeholder 3">
            <a:extLst>
              <a:ext uri="{FF2B5EF4-FFF2-40B4-BE49-F238E27FC236}">
                <a16:creationId xmlns:a16="http://schemas.microsoft.com/office/drawing/2014/main" id="{F978E656-C7DA-5166-D859-62FFD8B07FDF}"/>
              </a:ext>
            </a:extLst>
          </p:cNvPr>
          <p:cNvSpPr>
            <a:spLocks noGrp="1"/>
          </p:cNvSpPr>
          <p:nvPr>
            <p:ph type="ftr" sz="quarter" idx="46"/>
          </p:nvPr>
        </p:nvSpPr>
        <p:spPr/>
        <p:txBody>
          <a:bodyPr/>
          <a:lstStyle/>
          <a:p>
            <a:r>
              <a:rPr lang="en-US"/>
              <a:t>Copyright © 2025, Oracle and/or its affiliates  |  Confidential: Internal/Restricted/Highly Restricted</a:t>
            </a:r>
          </a:p>
        </p:txBody>
      </p:sp>
      <p:sp>
        <p:nvSpPr>
          <p:cNvPr id="5" name="Slide Number Placeholder 4">
            <a:extLst>
              <a:ext uri="{FF2B5EF4-FFF2-40B4-BE49-F238E27FC236}">
                <a16:creationId xmlns:a16="http://schemas.microsoft.com/office/drawing/2014/main" id="{313A573B-0109-5E69-D86D-BF0D9ACB856E}"/>
              </a:ext>
            </a:extLst>
          </p:cNvPr>
          <p:cNvSpPr>
            <a:spLocks noGrp="1"/>
          </p:cNvSpPr>
          <p:nvPr>
            <p:ph type="sldNum" sz="quarter" idx="47"/>
          </p:nvPr>
        </p:nvSpPr>
        <p:spPr/>
        <p:txBody>
          <a:bodyPr/>
          <a:lstStyle/>
          <a:p>
            <a:fld id="{345D60D9-5372-5F40-9443-0F9AE5BDC3C8}" type="slidenum">
              <a:rPr lang="en-US" smtClean="0"/>
              <a:pPr/>
              <a:t>23</a:t>
            </a:fld>
            <a:endParaRPr lang="en-US"/>
          </a:p>
        </p:txBody>
      </p:sp>
      <p:sp>
        <p:nvSpPr>
          <p:cNvPr id="6" name="Text Placeholder 5">
            <a:extLst>
              <a:ext uri="{FF2B5EF4-FFF2-40B4-BE49-F238E27FC236}">
                <a16:creationId xmlns:a16="http://schemas.microsoft.com/office/drawing/2014/main" id="{C2F53E19-349B-0234-A960-6A07D440D343}"/>
              </a:ext>
            </a:extLst>
          </p:cNvPr>
          <p:cNvSpPr>
            <a:spLocks noGrp="1"/>
          </p:cNvSpPr>
          <p:nvPr>
            <p:ph type="body" sz="quarter" idx="48"/>
          </p:nvPr>
        </p:nvSpPr>
        <p:spPr/>
        <p:txBody>
          <a:bodyPr/>
          <a:lstStyle/>
          <a:p>
            <a:endParaRPr lang="en-IN"/>
          </a:p>
        </p:txBody>
      </p:sp>
      <p:grpSp>
        <p:nvGrpSpPr>
          <p:cNvPr id="7" name="Group 6">
            <a:extLst>
              <a:ext uri="{FF2B5EF4-FFF2-40B4-BE49-F238E27FC236}">
                <a16:creationId xmlns:a16="http://schemas.microsoft.com/office/drawing/2014/main" id="{761C0A76-C56F-AC15-4AE8-FEFE50F3BEB9}"/>
              </a:ext>
            </a:extLst>
          </p:cNvPr>
          <p:cNvGrpSpPr>
            <a:grpSpLocks/>
          </p:cNvGrpSpPr>
          <p:nvPr/>
        </p:nvGrpSpPr>
        <p:grpSpPr>
          <a:xfrm>
            <a:off x="405173" y="-102275"/>
            <a:ext cx="12192000" cy="6858000"/>
            <a:chOff x="268986" y="126525"/>
            <a:chExt cx="12192000" cy="6858000"/>
          </a:xfrm>
        </p:grpSpPr>
        <p:pic>
          <p:nvPicPr>
            <p:cNvPr id="8" name="Image 144">
              <a:extLst>
                <a:ext uri="{FF2B5EF4-FFF2-40B4-BE49-F238E27FC236}">
                  <a16:creationId xmlns:a16="http://schemas.microsoft.com/office/drawing/2014/main" id="{A340E90F-313C-D785-4750-1F98F88F9DEE}"/>
                </a:ext>
              </a:extLst>
            </p:cNvPr>
            <p:cNvPicPr/>
            <p:nvPr/>
          </p:nvPicPr>
          <p:blipFill>
            <a:blip r:embed="rId3" cstate="print"/>
            <a:stretch>
              <a:fillRect/>
            </a:stretch>
          </p:blipFill>
          <p:spPr>
            <a:xfrm>
              <a:off x="268986" y="126525"/>
              <a:ext cx="12192000" cy="6858000"/>
            </a:xfrm>
            <a:prstGeom prst="rect">
              <a:avLst/>
            </a:prstGeom>
          </p:spPr>
        </p:pic>
        <p:sp>
          <p:nvSpPr>
            <p:cNvPr id="9" name="Graphic 145">
              <a:extLst>
                <a:ext uri="{FF2B5EF4-FFF2-40B4-BE49-F238E27FC236}">
                  <a16:creationId xmlns:a16="http://schemas.microsoft.com/office/drawing/2014/main" id="{BAAE8B51-5794-61FD-8DEA-5921E60EFE97}"/>
                </a:ext>
              </a:extLst>
            </p:cNvPr>
            <p:cNvSpPr/>
            <p:nvPr/>
          </p:nvSpPr>
          <p:spPr>
            <a:xfrm>
              <a:off x="11401425" y="6465994"/>
              <a:ext cx="401955" cy="391795"/>
            </a:xfrm>
            <a:custGeom>
              <a:avLst/>
              <a:gdLst/>
              <a:ahLst/>
              <a:cxnLst/>
              <a:rect l="l" t="t" r="r" b="b"/>
              <a:pathLst>
                <a:path w="401955" h="391795">
                  <a:moveTo>
                    <a:pt x="401583" y="0"/>
                  </a:moveTo>
                  <a:lnTo>
                    <a:pt x="0" y="0"/>
                  </a:lnTo>
                  <a:lnTo>
                    <a:pt x="0" y="391594"/>
                  </a:lnTo>
                  <a:lnTo>
                    <a:pt x="401583" y="391594"/>
                  </a:lnTo>
                  <a:lnTo>
                    <a:pt x="401583" y="0"/>
                  </a:lnTo>
                  <a:close/>
                </a:path>
              </a:pathLst>
            </a:custGeom>
            <a:solidFill>
              <a:srgbClr val="C7352F"/>
            </a:solidFill>
          </p:spPr>
          <p:txBody>
            <a:bodyPr wrap="square" lIns="0" tIns="0" rIns="0" bIns="0" rtlCol="0">
              <a:prstTxWarp prst="textNoShape">
                <a:avLst/>
              </a:prstTxWarp>
              <a:noAutofit/>
            </a:bodyPr>
            <a:lstStyle/>
            <a:p>
              <a:endParaRPr lang="en-IN"/>
            </a:p>
          </p:txBody>
        </p:sp>
        <p:pic>
          <p:nvPicPr>
            <p:cNvPr id="10" name="Image 146">
              <a:extLst>
                <a:ext uri="{FF2B5EF4-FFF2-40B4-BE49-F238E27FC236}">
                  <a16:creationId xmlns:a16="http://schemas.microsoft.com/office/drawing/2014/main" id="{16CC818C-ADE6-D9ED-8673-DAD73F116C3B}"/>
                </a:ext>
              </a:extLst>
            </p:cNvPr>
            <p:cNvPicPr/>
            <p:nvPr/>
          </p:nvPicPr>
          <p:blipFill>
            <a:blip r:embed="rId4" cstate="print"/>
            <a:stretch>
              <a:fillRect/>
            </a:stretch>
          </p:blipFill>
          <p:spPr>
            <a:xfrm>
              <a:off x="11489882" y="6591617"/>
              <a:ext cx="224668" cy="139858"/>
            </a:xfrm>
            <a:prstGeom prst="rect">
              <a:avLst/>
            </a:prstGeom>
          </p:spPr>
        </p:pic>
      </p:grpSp>
      <p:sp>
        <p:nvSpPr>
          <p:cNvPr id="12" name="TextBox 11">
            <a:extLst>
              <a:ext uri="{FF2B5EF4-FFF2-40B4-BE49-F238E27FC236}">
                <a16:creationId xmlns:a16="http://schemas.microsoft.com/office/drawing/2014/main" id="{B4218221-696D-1189-919C-A6AA0147BBD3}"/>
              </a:ext>
            </a:extLst>
          </p:cNvPr>
          <p:cNvSpPr txBox="1"/>
          <p:nvPr/>
        </p:nvSpPr>
        <p:spPr>
          <a:xfrm>
            <a:off x="1945531" y="272810"/>
            <a:ext cx="9905205" cy="3743141"/>
          </a:xfrm>
          <a:prstGeom prst="rect">
            <a:avLst/>
          </a:prstGeom>
          <a:noFill/>
        </p:spPr>
        <p:txBody>
          <a:bodyPr wrap="square">
            <a:spAutoFit/>
          </a:bodyPr>
          <a:lstStyle/>
          <a:p>
            <a:pPr marL="680085" marR="5159375">
              <a:lnSpc>
                <a:spcPct val="196000"/>
              </a:lnSpc>
              <a:spcAft>
                <a:spcPts val="0"/>
              </a:spcAft>
            </a:pPr>
            <a:endParaRPr lang="en-US" sz="1800" b="1">
              <a:solidFill>
                <a:srgbClr val="2A2E2E"/>
              </a:solidFill>
              <a:effectLst/>
              <a:latin typeface="Calibri" panose="020F0502020204030204" pitchFamily="34" charset="0"/>
              <a:ea typeface="Calibri" panose="020F0502020204030204" pitchFamily="34" charset="0"/>
            </a:endParaRPr>
          </a:p>
          <a:p>
            <a:pPr marL="680085" marR="5159375">
              <a:lnSpc>
                <a:spcPct val="196000"/>
              </a:lnSpc>
              <a:spcAft>
                <a:spcPts val="0"/>
              </a:spcAft>
            </a:pPr>
            <a:endParaRPr lang="en-US" b="1">
              <a:solidFill>
                <a:srgbClr val="2A2E2E"/>
              </a:solidFill>
              <a:latin typeface="Calibri" panose="020F0502020204030204" pitchFamily="34" charset="0"/>
              <a:ea typeface="Calibri" panose="020F0502020204030204" pitchFamily="34" charset="0"/>
            </a:endParaRPr>
          </a:p>
          <a:p>
            <a:pPr marL="680085" marR="5159375">
              <a:lnSpc>
                <a:spcPct val="196000"/>
              </a:lnSpc>
              <a:spcAft>
                <a:spcPts val="0"/>
              </a:spcAft>
            </a:pPr>
            <a:endParaRPr lang="en-US" sz="1800" b="1">
              <a:solidFill>
                <a:srgbClr val="2A2E2E"/>
              </a:solidFill>
              <a:effectLst/>
              <a:latin typeface="Calibri" panose="020F0502020204030204" pitchFamily="34" charset="0"/>
              <a:ea typeface="Calibri" panose="020F0502020204030204" pitchFamily="34" charset="0"/>
            </a:endParaRPr>
          </a:p>
          <a:p>
            <a:pPr marL="680085" marR="5159375">
              <a:lnSpc>
                <a:spcPct val="196000"/>
              </a:lnSpc>
              <a:spcAft>
                <a:spcPts val="0"/>
              </a:spcAft>
            </a:pPr>
            <a:endParaRPr lang="en-US" b="1">
              <a:solidFill>
                <a:srgbClr val="2A2E2E"/>
              </a:solidFill>
              <a:latin typeface="Calibri" panose="020F0502020204030204" pitchFamily="34" charset="0"/>
              <a:ea typeface="Calibri" panose="020F0502020204030204" pitchFamily="34" charset="0"/>
            </a:endParaRPr>
          </a:p>
          <a:p>
            <a:pPr marL="680085" marR="5159375">
              <a:lnSpc>
                <a:spcPct val="196000"/>
              </a:lnSpc>
              <a:spcAft>
                <a:spcPts val="0"/>
              </a:spcAft>
            </a:pPr>
            <a:endParaRPr lang="en-US" sz="1800" b="1">
              <a:solidFill>
                <a:srgbClr val="2A2E2E"/>
              </a:solidFill>
              <a:effectLst/>
              <a:latin typeface="Calibri" panose="020F0502020204030204" pitchFamily="34" charset="0"/>
              <a:ea typeface="Calibri" panose="020F0502020204030204" pitchFamily="34" charset="0"/>
            </a:endParaRPr>
          </a:p>
          <a:p>
            <a:pPr marL="680085" marR="5159375">
              <a:lnSpc>
                <a:spcPct val="196000"/>
              </a:lnSpc>
              <a:spcAft>
                <a:spcPts val="0"/>
              </a:spcAft>
            </a:pPr>
            <a:r>
              <a:rPr lang="en-US" sz="3600" b="1">
                <a:solidFill>
                  <a:srgbClr val="2A2E2E"/>
                </a:solidFill>
                <a:effectLst/>
                <a:latin typeface="Calibri" panose="020F0502020204030204" pitchFamily="34" charset="0"/>
                <a:ea typeface="Calibri" panose="020F0502020204030204" pitchFamily="34" charset="0"/>
              </a:rPr>
              <a:t>Thank you!</a:t>
            </a:r>
            <a:endParaRPr lang="en-IN" sz="360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2960996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1f7fbf9f-efe0-407b-8759-88871e60823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34948484A3ADD4B85CAD1B4B181A035" ma:contentTypeVersion="5" ma:contentTypeDescription="Create a new document." ma:contentTypeScope="" ma:versionID="6e0c9bbf01f25389c1377aea3c9c83f1">
  <xsd:schema xmlns:xsd="http://www.w3.org/2001/XMLSchema" xmlns:xs="http://www.w3.org/2001/XMLSchema" xmlns:p="http://schemas.microsoft.com/office/2006/metadata/properties" xmlns:ns3="1f7fbf9f-efe0-407b-8759-88871e60823b" targetNamespace="http://schemas.microsoft.com/office/2006/metadata/properties" ma:root="true" ma:fieldsID="ce7d05142be026ebee99b1cddd4f0d2a" ns3:_="">
    <xsd:import namespace="1f7fbf9f-efe0-407b-8759-88871e60823b"/>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7fbf9f-efe0-407b-8759-88871e60823b"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9470F16-063B-407A-9E01-CC76D3F9740F}">
  <ds:schemaRefs>
    <ds:schemaRef ds:uri="http://purl.org/dc/elements/1.1/"/>
    <ds:schemaRef ds:uri="http://purl.org/dc/dcmitype/"/>
    <ds:schemaRef ds:uri="http://schemas.microsoft.com/office/2006/metadata/properties"/>
    <ds:schemaRef ds:uri="http://www.w3.org/XML/1998/namespace"/>
    <ds:schemaRef ds:uri="http://purl.org/dc/terms/"/>
    <ds:schemaRef ds:uri="http://schemas.microsoft.com/office/2006/documentManagement/types"/>
    <ds:schemaRef ds:uri="http://schemas.microsoft.com/office/infopath/2007/PartnerControls"/>
    <ds:schemaRef ds:uri="http://schemas.openxmlformats.org/package/2006/metadata/core-properties"/>
    <ds:schemaRef ds:uri="1f7fbf9f-efe0-407b-8759-88871e60823b"/>
  </ds:schemaRefs>
</ds:datastoreItem>
</file>

<file path=customXml/itemProps2.xml><?xml version="1.0" encoding="utf-8"?>
<ds:datastoreItem xmlns:ds="http://schemas.openxmlformats.org/officeDocument/2006/customXml" ds:itemID="{4D6F0CF6-D83C-4C5F-91BA-2E2E36CDEC3B}">
  <ds:schemaRefs>
    <ds:schemaRef ds:uri="http://schemas.microsoft.com/sharepoint/v3/contenttype/forms"/>
  </ds:schemaRefs>
</ds:datastoreItem>
</file>

<file path=customXml/itemProps3.xml><?xml version="1.0" encoding="utf-8"?>
<ds:datastoreItem xmlns:ds="http://schemas.openxmlformats.org/officeDocument/2006/customXml" ds:itemID="{26E7D67C-CEAB-4BDD-9821-18707A915FE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f7fbf9f-efe0-407b-8759-88871e60823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Organic</Template>
  <TotalTime>130</TotalTime>
  <Words>538</Words>
  <Application>Microsoft Office PowerPoint</Application>
  <PresentationFormat>Widescreen</PresentationFormat>
  <Paragraphs>58</Paragraphs>
  <Slides>23</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Calibri Light</vt:lpstr>
      <vt:lpstr>Georgia</vt:lpstr>
      <vt:lpstr>Oracle Sans</vt:lpstr>
      <vt:lpstr>Office Theme</vt:lpstr>
      <vt:lpstr>Asset Liability Management System</vt:lpstr>
      <vt:lpstr>Problem Statement</vt:lpstr>
      <vt:lpstr>Objective</vt:lpstr>
      <vt:lpstr>Tools &amp; Technologies</vt:lpstr>
      <vt:lpstr>High-level Architecture</vt:lpstr>
      <vt:lpstr>Key Components/ Features</vt:lpstr>
      <vt:lpstr>ER Diagram</vt:lpstr>
      <vt:lpstr>Screenshots of Implementation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Challenges Faced</vt:lpstr>
      <vt:lpstr>Learnings &amp; Takeaways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Why does this new template look so different?</dc:title>
  <dc:creator>Subhas Budala</dc:creator>
  <cp:lastModifiedBy>Sabbir Poonawala</cp:lastModifiedBy>
  <cp:revision>8</cp:revision>
  <dcterms:created xsi:type="dcterms:W3CDTF">2020-02-11T01:31:00Z</dcterms:created>
  <dcterms:modified xsi:type="dcterms:W3CDTF">2025-07-25T07:18:38Z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0x010100434948484A3ADD4B85CAD1B4B181A035</vt:lpwstr>
  </property>
  <property fmtid="{D5CDD505-2E9C-101B-9397-08002B2CF9AE}" pid="3" name="MSIP_Label_a4de43ec-192a-49eb-8e54-baeb8c71bbbe_Enabled">
    <vt:lpwstr>true</vt:lpwstr>
  </property>
  <property fmtid="{D5CDD505-2E9C-101B-9397-08002B2CF9AE}" pid="4" name="MSIP_Label_a4de43ec-192a-49eb-8e54-baeb8c71bbbe_SetDate">
    <vt:lpwstr>2025-07-24T05:32:35Z</vt:lpwstr>
  </property>
  <property fmtid="{D5CDD505-2E9C-101B-9397-08002B2CF9AE}" pid="5" name="MSIP_Label_a4de43ec-192a-49eb-8e54-baeb8c71bbbe_Method">
    <vt:lpwstr>Standard</vt:lpwstr>
  </property>
  <property fmtid="{D5CDD505-2E9C-101B-9397-08002B2CF9AE}" pid="6" name="MSIP_Label_a4de43ec-192a-49eb-8e54-baeb8c71bbbe_Name">
    <vt:lpwstr>Confidential – Oracle Internal</vt:lpwstr>
  </property>
  <property fmtid="{D5CDD505-2E9C-101B-9397-08002B2CF9AE}" pid="7" name="MSIP_Label_a4de43ec-192a-49eb-8e54-baeb8c71bbbe_SiteId">
    <vt:lpwstr>4e2c6054-71cb-48f1-bd6c-3a9705aca71b</vt:lpwstr>
  </property>
  <property fmtid="{D5CDD505-2E9C-101B-9397-08002B2CF9AE}" pid="8" name="MSIP_Label_a4de43ec-192a-49eb-8e54-baeb8c71bbbe_ActionId">
    <vt:lpwstr>7bf5fb87-0430-482d-9e76-a7c9127e58ca</vt:lpwstr>
  </property>
  <property fmtid="{D5CDD505-2E9C-101B-9397-08002B2CF9AE}" pid="9" name="MSIP_Label_a4de43ec-192a-49eb-8e54-baeb8c71bbbe_ContentBits">
    <vt:lpwstr>2</vt:lpwstr>
  </property>
  <property fmtid="{D5CDD505-2E9C-101B-9397-08002B2CF9AE}" pid="10" name="MSIP_Label_a4de43ec-192a-49eb-8e54-baeb8c71bbbe_Tag">
    <vt:lpwstr>10, 3, 0, 2</vt:lpwstr>
  </property>
  <property fmtid="{D5CDD505-2E9C-101B-9397-08002B2CF9AE}" pid="11" name="ClassificationContentMarkingFooterLocations">
    <vt:lpwstr>Office Theme:9</vt:lpwstr>
  </property>
  <property fmtid="{D5CDD505-2E9C-101B-9397-08002B2CF9AE}" pid="12" name="ClassificationContentMarkingFooterText">
    <vt:lpwstr>Confidential – Oracle Internal</vt:lpwstr>
  </property>
</Properties>
</file>